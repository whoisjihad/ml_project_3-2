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3" roundtripDataSignature="AMtx7miXOHpC3Q+r43JRV2W2FHgGzOqN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3" name="Google Shape;17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t/>
            </a:r>
            <a:endParaRPr/>
          </a:p>
        </p:txBody>
      </p:sp>
      <p:sp>
        <p:nvSpPr>
          <p:cNvPr id="174" name="Google Shape;174;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0" name="Google Shape;18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6" name="Google Shape;18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2" name="Google Shape;192;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8" name="Google Shape;198;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6" name="Google Shape;20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14" name="Google Shape;214;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3:notes"/>
          <p:cNvSpPr/>
          <p:nvPr>
            <p:ph idx="2" type="sldImg"/>
          </p:nvPr>
        </p:nvSpPr>
        <p:spPr>
          <a:xfrm>
            <a:off x="989013" y="731838"/>
            <a:ext cx="4883150" cy="36623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3:notes"/>
          <p:cNvSpPr txBox="1"/>
          <p:nvPr>
            <p:ph idx="1" type="body"/>
          </p:nvPr>
        </p:nvSpPr>
        <p:spPr>
          <a:xfrm>
            <a:off x="914400" y="4640263"/>
            <a:ext cx="5029200" cy="439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47:notes"/>
          <p:cNvSpPr/>
          <p:nvPr>
            <p:ph idx="2" type="sldImg"/>
          </p:nvPr>
        </p:nvSpPr>
        <p:spPr>
          <a:xfrm>
            <a:off x="989013" y="731838"/>
            <a:ext cx="4883150" cy="36623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47:notes"/>
          <p:cNvSpPr txBox="1"/>
          <p:nvPr>
            <p:ph idx="1" type="body"/>
          </p:nvPr>
        </p:nvSpPr>
        <p:spPr>
          <a:xfrm>
            <a:off x="914400" y="4640263"/>
            <a:ext cx="5029200" cy="439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48:notes"/>
          <p:cNvSpPr/>
          <p:nvPr>
            <p:ph idx="2" type="sldImg"/>
          </p:nvPr>
        </p:nvSpPr>
        <p:spPr>
          <a:xfrm>
            <a:off x="989013" y="731838"/>
            <a:ext cx="4883150" cy="36623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48:notes"/>
          <p:cNvSpPr txBox="1"/>
          <p:nvPr>
            <p:ph idx="1" type="body"/>
          </p:nvPr>
        </p:nvSpPr>
        <p:spPr>
          <a:xfrm>
            <a:off x="914400" y="4640263"/>
            <a:ext cx="5029200" cy="439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49:notes"/>
          <p:cNvSpPr/>
          <p:nvPr>
            <p:ph idx="2" type="sldImg"/>
          </p:nvPr>
        </p:nvSpPr>
        <p:spPr>
          <a:xfrm>
            <a:off x="989013" y="731838"/>
            <a:ext cx="4883150" cy="36623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49:notes"/>
          <p:cNvSpPr txBox="1"/>
          <p:nvPr>
            <p:ph idx="1" type="body"/>
          </p:nvPr>
        </p:nvSpPr>
        <p:spPr>
          <a:xfrm>
            <a:off x="914400" y="4640263"/>
            <a:ext cx="5029200" cy="439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50:notes"/>
          <p:cNvSpPr/>
          <p:nvPr>
            <p:ph idx="2" type="sldImg"/>
          </p:nvPr>
        </p:nvSpPr>
        <p:spPr>
          <a:xfrm>
            <a:off x="989013" y="731838"/>
            <a:ext cx="4883150" cy="36623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50:notes"/>
          <p:cNvSpPr txBox="1"/>
          <p:nvPr>
            <p:ph idx="1" type="body"/>
          </p:nvPr>
        </p:nvSpPr>
        <p:spPr>
          <a:xfrm>
            <a:off x="914400" y="4640263"/>
            <a:ext cx="5029200" cy="439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7:notes"/>
          <p:cNvSpPr/>
          <p:nvPr>
            <p:ph idx="2" type="sldImg"/>
          </p:nvPr>
        </p:nvSpPr>
        <p:spPr>
          <a:xfrm>
            <a:off x="987425" y="731838"/>
            <a:ext cx="4883150" cy="36623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7:notes"/>
          <p:cNvSpPr txBox="1"/>
          <p:nvPr>
            <p:ph idx="1" type="body"/>
          </p:nvPr>
        </p:nvSpPr>
        <p:spPr>
          <a:xfrm>
            <a:off x="1123950" y="4640263"/>
            <a:ext cx="4610100" cy="439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400"/>
              <a:t>Actors</a:t>
            </a:r>
            <a:endParaRPr/>
          </a:p>
          <a:p>
            <a:pPr indent="0" lvl="0" marL="0" rtl="0" algn="l">
              <a:lnSpc>
                <a:spcPct val="100000"/>
              </a:lnSpc>
              <a:spcBef>
                <a:spcPts val="420"/>
              </a:spcBef>
              <a:spcAft>
                <a:spcPts val="0"/>
              </a:spcAft>
              <a:buClr>
                <a:schemeClr val="dk1"/>
              </a:buClr>
              <a:buSzPts val="1400"/>
              <a:buFont typeface="Arial"/>
              <a:buChar char="•"/>
            </a:pPr>
            <a:r>
              <a:rPr lang="en-US" sz="1400"/>
              <a:t>Are </a:t>
            </a:r>
            <a:r>
              <a:rPr b="1" lang="en-US" sz="1400"/>
              <a:t>NOT a part</a:t>
            </a:r>
            <a:r>
              <a:rPr lang="en-US" sz="1400"/>
              <a:t> of the system (</a:t>
            </a:r>
            <a:r>
              <a:rPr b="1" lang="en-US" sz="1400"/>
              <a:t>external</a:t>
            </a:r>
            <a:r>
              <a:rPr lang="en-US" sz="1400"/>
              <a:t> to the system)</a:t>
            </a:r>
            <a:endParaRPr/>
          </a:p>
          <a:p>
            <a:pPr indent="0" lvl="0" marL="0" rtl="0" algn="l">
              <a:lnSpc>
                <a:spcPct val="100000"/>
              </a:lnSpc>
              <a:spcBef>
                <a:spcPts val="420"/>
              </a:spcBef>
              <a:spcAft>
                <a:spcPts val="0"/>
              </a:spcAft>
              <a:buClr>
                <a:schemeClr val="dk1"/>
              </a:buClr>
              <a:buSzPts val="1400"/>
              <a:buFont typeface="Arial"/>
              <a:buChar char="•"/>
            </a:pPr>
            <a:r>
              <a:rPr lang="en-US" sz="1400"/>
              <a:t>A single actor may represent multiple physical users</a:t>
            </a:r>
            <a:endParaRPr/>
          </a:p>
          <a:p>
            <a:pPr indent="0" lvl="0" marL="0" rtl="0" algn="l">
              <a:lnSpc>
                <a:spcPct val="100000"/>
              </a:lnSpc>
              <a:spcBef>
                <a:spcPts val="420"/>
              </a:spcBef>
              <a:spcAft>
                <a:spcPts val="0"/>
              </a:spcAft>
              <a:buClr>
                <a:schemeClr val="dk1"/>
              </a:buClr>
              <a:buSzPts val="1400"/>
              <a:buFont typeface="Arial"/>
              <a:buChar char="•"/>
            </a:pPr>
            <a:r>
              <a:rPr lang="en-US" sz="1400"/>
              <a:t>Whether human or not, represented by stick figure</a:t>
            </a:r>
            <a:endParaRPr/>
          </a:p>
          <a:p>
            <a:pPr indent="-88900" lvl="1" marL="457200" rtl="0" algn="l">
              <a:lnSpc>
                <a:spcPct val="100000"/>
              </a:lnSpc>
              <a:spcBef>
                <a:spcPts val="420"/>
              </a:spcBef>
              <a:spcAft>
                <a:spcPts val="0"/>
              </a:spcAft>
              <a:buClr>
                <a:schemeClr val="dk1"/>
              </a:buClr>
              <a:buSzPts val="1400"/>
              <a:buFont typeface="Arial"/>
              <a:buChar char="•"/>
            </a:pPr>
            <a:r>
              <a:rPr b="1" lang="en-US" sz="1400"/>
              <a:t>MUST label</a:t>
            </a:r>
            <a:r>
              <a:rPr lang="en-US" sz="1400"/>
              <a:t> stick figure with the name of the actor</a:t>
            </a:r>
            <a:endParaRPr/>
          </a:p>
          <a:p>
            <a:pPr indent="-88900" lvl="1" marL="457200" rtl="0" algn="l">
              <a:lnSpc>
                <a:spcPct val="100000"/>
              </a:lnSpc>
              <a:spcBef>
                <a:spcPts val="420"/>
              </a:spcBef>
              <a:spcAft>
                <a:spcPts val="0"/>
              </a:spcAft>
              <a:buClr>
                <a:schemeClr val="dk1"/>
              </a:buClr>
              <a:buSzPts val="1400"/>
              <a:buFont typeface="Arial"/>
              <a:buChar char="•"/>
            </a:pPr>
            <a:r>
              <a:rPr lang="en-US" sz="1400"/>
              <a:t>Primary actors should be left and secondary actors to the right</a:t>
            </a:r>
            <a:endParaRPr/>
          </a:p>
          <a:p>
            <a:pPr indent="0" lvl="0" marL="0" rtl="0" algn="l">
              <a:lnSpc>
                <a:spcPct val="100000"/>
              </a:lnSpc>
              <a:spcBef>
                <a:spcPts val="420"/>
              </a:spcBef>
              <a:spcAft>
                <a:spcPts val="0"/>
              </a:spcAft>
              <a:buSzPts val="1400"/>
              <a:buNone/>
            </a:pPr>
            <a:r>
              <a:t/>
            </a:r>
            <a:endParaRPr sz="1400"/>
          </a:p>
          <a:p>
            <a:pPr indent="0" lvl="0" marL="0" rtl="0" algn="l">
              <a:lnSpc>
                <a:spcPct val="100000"/>
              </a:lnSpc>
              <a:spcBef>
                <a:spcPts val="420"/>
              </a:spcBef>
              <a:spcAft>
                <a:spcPts val="0"/>
              </a:spcAft>
              <a:buSzPts val="1400"/>
              <a:buNone/>
            </a:pPr>
            <a:r>
              <a:t/>
            </a:r>
            <a:endParaRPr sz="1400"/>
          </a:p>
          <a:p>
            <a:pPr indent="0" lvl="0" marL="0" rtl="0" algn="l">
              <a:lnSpc>
                <a:spcPct val="100000"/>
              </a:lnSpc>
              <a:spcBef>
                <a:spcPts val="420"/>
              </a:spcBef>
              <a:spcAft>
                <a:spcPts val="0"/>
              </a:spcAft>
              <a:buSzPts val="1400"/>
              <a:buNone/>
            </a:pPr>
            <a:r>
              <a:t/>
            </a:r>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1" name="Google Shape;271;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0" name="Google Shape;280;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5:notes"/>
          <p:cNvSpPr/>
          <p:nvPr>
            <p:ph idx="2" type="sldImg"/>
          </p:nvPr>
        </p:nvSpPr>
        <p:spPr>
          <a:xfrm>
            <a:off x="987425" y="731838"/>
            <a:ext cx="4883150" cy="36623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5:notes"/>
          <p:cNvSpPr txBox="1"/>
          <p:nvPr>
            <p:ph idx="1" type="body"/>
          </p:nvPr>
        </p:nvSpPr>
        <p:spPr>
          <a:xfrm>
            <a:off x="1123950" y="4640263"/>
            <a:ext cx="4610100" cy="439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400"/>
              <a:t>Actors</a:t>
            </a:r>
            <a:endParaRPr/>
          </a:p>
          <a:p>
            <a:pPr indent="0" lvl="0" marL="0" rtl="0" algn="l">
              <a:lnSpc>
                <a:spcPct val="100000"/>
              </a:lnSpc>
              <a:spcBef>
                <a:spcPts val="420"/>
              </a:spcBef>
              <a:spcAft>
                <a:spcPts val="0"/>
              </a:spcAft>
              <a:buSzPts val="1400"/>
              <a:buNone/>
            </a:pPr>
            <a:r>
              <a:rPr lang="en-US" sz="1400"/>
              <a:t>7) Does one person play several different roles?</a:t>
            </a:r>
            <a:endParaRPr/>
          </a:p>
          <a:p>
            <a:pPr indent="-88900" lvl="1" marL="457200" rtl="0" algn="l">
              <a:lnSpc>
                <a:spcPct val="100000"/>
              </a:lnSpc>
              <a:spcBef>
                <a:spcPts val="420"/>
              </a:spcBef>
              <a:spcAft>
                <a:spcPts val="0"/>
              </a:spcAft>
              <a:buClr>
                <a:schemeClr val="dk1"/>
              </a:buClr>
              <a:buSzPts val="1400"/>
              <a:buFont typeface="Arial"/>
              <a:buChar char="•"/>
            </a:pPr>
            <a:r>
              <a:rPr lang="en-US" sz="1400" u="sng"/>
              <a:t>May</a:t>
            </a:r>
            <a:r>
              <a:rPr lang="en-US" sz="1400"/>
              <a:t> have an actor for each role</a:t>
            </a:r>
            <a:endParaRPr/>
          </a:p>
          <a:p>
            <a:pPr indent="0" lvl="0" marL="0" rtl="0" algn="l">
              <a:lnSpc>
                <a:spcPct val="100000"/>
              </a:lnSpc>
              <a:spcBef>
                <a:spcPts val="420"/>
              </a:spcBef>
              <a:spcAft>
                <a:spcPts val="0"/>
              </a:spcAft>
              <a:buSzPts val="1400"/>
              <a:buNone/>
            </a:pPr>
            <a:r>
              <a:rPr lang="en-US" sz="1400"/>
              <a:t>8) Do several people play the same role?</a:t>
            </a:r>
            <a:endParaRPr/>
          </a:p>
          <a:p>
            <a:pPr indent="-88900" lvl="1" marL="457200" rtl="0" algn="l">
              <a:lnSpc>
                <a:spcPct val="100000"/>
              </a:lnSpc>
              <a:spcBef>
                <a:spcPts val="420"/>
              </a:spcBef>
              <a:spcAft>
                <a:spcPts val="0"/>
              </a:spcAft>
              <a:buClr>
                <a:schemeClr val="dk1"/>
              </a:buClr>
              <a:buSzPts val="1400"/>
              <a:buFont typeface="Arial"/>
              <a:buChar char="•"/>
            </a:pPr>
            <a:r>
              <a:rPr lang="en-US" sz="1400"/>
              <a:t>Only use one actor per role (no matter how many people play that role)</a:t>
            </a:r>
            <a:endParaRPr/>
          </a:p>
          <a:p>
            <a:pPr indent="0" lvl="0" marL="0" rtl="0" algn="l">
              <a:lnSpc>
                <a:spcPct val="100000"/>
              </a:lnSpc>
              <a:spcBef>
                <a:spcPts val="420"/>
              </a:spcBef>
              <a:spcAft>
                <a:spcPts val="0"/>
              </a:spcAft>
              <a:buSzPts val="1400"/>
              <a:buNone/>
            </a:pPr>
            <a:r>
              <a:t/>
            </a:r>
            <a:endParaRPr sz="1400"/>
          </a:p>
          <a:p>
            <a:pPr indent="0" lvl="0" marL="0" rtl="0" algn="l">
              <a:lnSpc>
                <a:spcPct val="100000"/>
              </a:lnSpc>
              <a:spcBef>
                <a:spcPts val="420"/>
              </a:spcBef>
              <a:spcAft>
                <a:spcPts val="0"/>
              </a:spcAft>
              <a:buClr>
                <a:schemeClr val="dk1"/>
              </a:buClr>
              <a:buSzPts val="1400"/>
              <a:buFont typeface="Arial"/>
              <a:buChar char="•"/>
            </a:pPr>
            <a:r>
              <a:rPr lang="en-US" sz="1400"/>
              <a:t>Identifying actors is an </a:t>
            </a:r>
            <a:r>
              <a:rPr b="1" lang="en-US" sz="1400"/>
              <a:t>iterative</a:t>
            </a:r>
            <a:r>
              <a:rPr lang="en-US" sz="1400"/>
              <a:t> process</a:t>
            </a:r>
            <a:endParaRPr/>
          </a:p>
          <a:p>
            <a:pPr indent="0" lvl="0" marL="0" rtl="0" algn="l">
              <a:lnSpc>
                <a:spcPct val="100000"/>
              </a:lnSpc>
              <a:spcBef>
                <a:spcPts val="420"/>
              </a:spcBef>
              <a:spcAft>
                <a:spcPts val="0"/>
              </a:spcAft>
              <a:buClr>
                <a:schemeClr val="dk1"/>
              </a:buClr>
              <a:buSzPts val="1400"/>
              <a:buFont typeface="Arial"/>
              <a:buChar char="•"/>
            </a:pPr>
            <a:r>
              <a:rPr lang="en-US" sz="1400"/>
              <a:t>Defining </a:t>
            </a:r>
            <a:r>
              <a:rPr b="1" lang="en-US" sz="1400"/>
              <a:t>how</a:t>
            </a:r>
            <a:r>
              <a:rPr lang="en-US" sz="1400"/>
              <a:t> an actor interacts with the system may clarify whether there are duplicate actors or not</a:t>
            </a:r>
            <a:endParaRPr/>
          </a:p>
          <a:p>
            <a:pPr indent="0" lvl="0" marL="0" rtl="0" algn="l">
              <a:lnSpc>
                <a:spcPct val="100000"/>
              </a:lnSpc>
              <a:spcBef>
                <a:spcPts val="420"/>
              </a:spcBef>
              <a:spcAft>
                <a:spcPts val="0"/>
              </a:spcAft>
              <a:buSzPts val="1400"/>
              <a:buNone/>
            </a:pPr>
            <a:r>
              <a:t/>
            </a:r>
            <a:endParaRPr sz="1400"/>
          </a:p>
          <a:p>
            <a:pPr indent="0" lvl="0" marL="0" rtl="0" algn="l">
              <a:lnSpc>
                <a:spcPct val="100000"/>
              </a:lnSpc>
              <a:spcBef>
                <a:spcPts val="420"/>
              </a:spcBef>
              <a:spcAft>
                <a:spcPts val="0"/>
              </a:spcAft>
              <a:buSzPts val="1400"/>
              <a:buNone/>
            </a:pPr>
            <a:r>
              <a:t/>
            </a:r>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8:notes"/>
          <p:cNvSpPr/>
          <p:nvPr>
            <p:ph idx="2" type="sldImg"/>
          </p:nvPr>
        </p:nvSpPr>
        <p:spPr>
          <a:xfrm>
            <a:off x="989013" y="731838"/>
            <a:ext cx="4883150" cy="36623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8:notes"/>
          <p:cNvSpPr txBox="1"/>
          <p:nvPr>
            <p:ph idx="1" type="body"/>
          </p:nvPr>
        </p:nvSpPr>
        <p:spPr>
          <a:xfrm>
            <a:off x="914400" y="4640263"/>
            <a:ext cx="5029200" cy="439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9:notes"/>
          <p:cNvSpPr/>
          <p:nvPr>
            <p:ph idx="2" type="sldImg"/>
          </p:nvPr>
        </p:nvSpPr>
        <p:spPr>
          <a:xfrm>
            <a:off x="987425" y="731838"/>
            <a:ext cx="4883150" cy="36623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9:notes"/>
          <p:cNvSpPr txBox="1"/>
          <p:nvPr>
            <p:ph idx="1" type="body"/>
          </p:nvPr>
        </p:nvSpPr>
        <p:spPr>
          <a:xfrm>
            <a:off x="1123950" y="4640263"/>
            <a:ext cx="4610100" cy="439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0:notes"/>
          <p:cNvSpPr/>
          <p:nvPr>
            <p:ph idx="2" type="sldImg"/>
          </p:nvPr>
        </p:nvSpPr>
        <p:spPr>
          <a:xfrm>
            <a:off x="987425" y="731838"/>
            <a:ext cx="4883150" cy="36623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10:notes"/>
          <p:cNvSpPr txBox="1"/>
          <p:nvPr>
            <p:ph idx="1" type="body"/>
          </p:nvPr>
        </p:nvSpPr>
        <p:spPr>
          <a:xfrm>
            <a:off x="1123950" y="4640263"/>
            <a:ext cx="4610100" cy="439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System boundary:</a:t>
            </a:r>
            <a:r>
              <a:rPr lang="en-US"/>
              <a:t> A system boundary defines the scope of what a system will be. A system cannot have infinite functionality. So, it follows that use cases also need to have definitive limits defined. A system boundary of a use case diagram defines the limits of the system. The system boundary is shown as a rectangle spanning all the use cases in the system. </a:t>
            </a:r>
            <a:endParaRPr/>
          </a:p>
          <a:p>
            <a:pPr indent="0" lvl="0" marL="0" rtl="0" algn="l">
              <a:lnSpc>
                <a:spcPct val="100000"/>
              </a:lnSpc>
              <a:spcBef>
                <a:spcPts val="360"/>
              </a:spcBef>
              <a:spcAft>
                <a:spcPts val="0"/>
              </a:spcAft>
              <a:buSzPts val="1400"/>
              <a:buNone/>
            </a:pPr>
            <a:r>
              <a:rPr lang="en-US"/>
              <a:t>Other use cases in this lecture also show the system boundary of the clinic application. The use cases of this system are enclosed in a rectangle. Note that the actors in the system are outside the system boundary.</a:t>
            </a:r>
            <a:endParaRPr/>
          </a:p>
          <a:p>
            <a:pPr indent="0" lvl="0" marL="0" rtl="0" algn="l">
              <a:lnSpc>
                <a:spcPct val="100000"/>
              </a:lnSpc>
              <a:spcBef>
                <a:spcPts val="360"/>
              </a:spcBef>
              <a:spcAft>
                <a:spcPts val="0"/>
              </a:spcAft>
              <a:buSzPts val="1400"/>
              <a:buNone/>
            </a:pPr>
            <a:r>
              <a:rPr lang="en-US"/>
              <a:t>The system boundary is potentially the entire system as defined in the problem statement. But this is not always the case. For large and complex systems, each of the modules may be the system boundary. For example, for an ERP system for an organization, each of the modules such as personnel, payroll, accounting, and so forth, can form the system boundary for use cases specific to each of these business functions. The entire system can span all of these modules depicting the overall system boundary. </a:t>
            </a:r>
            <a:endParaRPr/>
          </a:p>
          <a:p>
            <a:pPr indent="0" lvl="0" marL="0" rtl="0" algn="l">
              <a:lnSpc>
                <a:spcPct val="100000"/>
              </a:lnSpc>
              <a:spcBef>
                <a:spcPts val="36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8" name="Google Shape;33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2:notes"/>
          <p:cNvSpPr/>
          <p:nvPr>
            <p:ph idx="2" type="sldImg"/>
          </p:nvPr>
        </p:nvSpPr>
        <p:spPr>
          <a:xfrm>
            <a:off x="987425" y="731838"/>
            <a:ext cx="4883150" cy="3662362"/>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12:notes"/>
          <p:cNvSpPr txBox="1"/>
          <p:nvPr>
            <p:ph idx="1" type="body"/>
          </p:nvPr>
        </p:nvSpPr>
        <p:spPr>
          <a:xfrm>
            <a:off x="1123950" y="4640263"/>
            <a:ext cx="4610100" cy="4394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400"/>
              <a:t>Inheritance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7" name="Google Shape;37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0" name="Google Shape;39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3" name="Google Shape;403;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9" name="Google Shape;40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15" name="Google Shape;415;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showMasterSp="0">
  <p:cSld name="1_Title Only">
    <p:spTree>
      <p:nvGrpSpPr>
        <p:cNvPr id="17" name="Shape 17"/>
        <p:cNvGrpSpPr/>
        <p:nvPr/>
      </p:nvGrpSpPr>
      <p:grpSpPr>
        <a:xfrm>
          <a:off x="0" y="0"/>
          <a:ext cx="0" cy="0"/>
          <a:chOff x="0" y="0"/>
          <a:chExt cx="0" cy="0"/>
        </a:xfrm>
      </p:grpSpPr>
      <p:sp>
        <p:nvSpPr>
          <p:cNvPr id="18" name="Google Shape;18;p54"/>
          <p:cNvSpPr/>
          <p:nvPr/>
        </p:nvSpPr>
        <p:spPr>
          <a:xfrm flipH="1">
            <a:off x="0" y="0"/>
            <a:ext cx="9144001"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19" name="Google Shape;19;p54"/>
          <p:cNvSpPr/>
          <p:nvPr/>
        </p:nvSpPr>
        <p:spPr>
          <a:xfrm>
            <a:off x="0" y="825690"/>
            <a:ext cx="9144000" cy="520173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20" name="Google Shape;20;p54"/>
          <p:cNvSpPr txBox="1"/>
          <p:nvPr>
            <p:ph type="ctrTitle"/>
          </p:nvPr>
        </p:nvSpPr>
        <p:spPr>
          <a:xfrm>
            <a:off x="1039972" y="825687"/>
            <a:ext cx="7232829" cy="5201730"/>
          </a:xfrm>
          <a:prstGeom prst="rect">
            <a:avLst/>
          </a:prstGeom>
          <a:noFill/>
          <a:ln>
            <a:noFill/>
          </a:ln>
        </p:spPr>
        <p:txBody>
          <a:bodyPr anchorCtr="0" anchor="ctr" bIns="45700" lIns="91425" spcFirstLastPara="1" rIns="91425" wrap="square" tIns="182875">
            <a:noAutofit/>
          </a:bodyPr>
          <a:lstStyle>
            <a:lvl1pPr lvl="0" algn="l">
              <a:lnSpc>
                <a:spcPct val="100000"/>
              </a:lnSpc>
              <a:spcBef>
                <a:spcPts val="0"/>
              </a:spcBef>
              <a:spcAft>
                <a:spcPts val="0"/>
              </a:spcAft>
              <a:buSzPts val="3300"/>
              <a:buNone/>
              <a:defRPr sz="36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4"/>
          <p:cNvSpPr/>
          <p:nvPr/>
        </p:nvSpPr>
        <p:spPr>
          <a:xfrm>
            <a:off x="0" y="889697"/>
            <a:ext cx="803081" cy="507771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22" name="Google Shape;22;p54"/>
          <p:cNvSpPr/>
          <p:nvPr/>
        </p:nvSpPr>
        <p:spPr>
          <a:xfrm rot="5400000">
            <a:off x="-2631094" y="3404998"/>
            <a:ext cx="6858002" cy="4800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23" name="Google Shape;23;p54"/>
          <p:cNvSpPr/>
          <p:nvPr/>
        </p:nvSpPr>
        <p:spPr>
          <a:xfrm rot="5400000">
            <a:off x="4886633" y="3404998"/>
            <a:ext cx="6858002" cy="4800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24" name="Google Shape;24;p54"/>
          <p:cNvSpPr/>
          <p:nvPr/>
        </p:nvSpPr>
        <p:spPr>
          <a:xfrm>
            <a:off x="8339638" y="896047"/>
            <a:ext cx="803081" cy="5077717"/>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25" name="Google Shape;25;p54"/>
          <p:cNvSpPr/>
          <p:nvPr/>
        </p:nvSpPr>
        <p:spPr>
          <a:xfrm>
            <a:off x="8339638" y="1"/>
            <a:ext cx="803081" cy="82568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
        <p:nvSpPr>
          <p:cNvPr id="26" name="Google Shape;26;p54"/>
          <p:cNvSpPr/>
          <p:nvPr/>
        </p:nvSpPr>
        <p:spPr>
          <a:xfrm>
            <a:off x="8339637" y="6027421"/>
            <a:ext cx="803081" cy="83058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8"/>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0033CC"/>
              </a:buClr>
              <a:buSzPts val="3300"/>
              <a:buFont typeface="Arial Rounded"/>
              <a:buNone/>
              <a:defRPr b="1">
                <a:solidFill>
                  <a:srgbClr val="0033CC"/>
                </a:solidFill>
                <a:latin typeface="Arial Rounded"/>
                <a:ea typeface="Arial Rounded"/>
                <a:cs typeface="Arial Rounded"/>
                <a:sym typeface="Arial Rounde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 type="body"/>
          </p:nvPr>
        </p:nvSpPr>
        <p:spPr>
          <a:xfrm>
            <a:off x="628650" y="1216479"/>
            <a:ext cx="7886700" cy="496048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Font typeface="Calibri"/>
              <a:buChar char="ꟷ"/>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 name="Google Shape;30;p1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 name="Shape 33"/>
        <p:cNvGrpSpPr/>
        <p:nvPr/>
      </p:nvGrpSpPr>
      <p:grpSpPr>
        <a:xfrm>
          <a:off x="0" y="0"/>
          <a:ext cx="0" cy="0"/>
          <a:chOff x="0" y="0"/>
          <a:chExt cx="0" cy="0"/>
        </a:xfrm>
      </p:grpSpPr>
      <p:sp>
        <p:nvSpPr>
          <p:cNvPr id="34" name="Google Shape;34;p19"/>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36" name="Google Shape;36;p1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20"/>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42" name="Google Shape;42;p2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1"/>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8" name="Google Shape;48;p21"/>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9" name="Google Shape;49;p2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22"/>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2"/>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5" name="Google Shape;55;p22"/>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 name="Google Shape;56;p22"/>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7" name="Google Shape;57;p22"/>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8" name="Google Shape;58;p2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2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2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25"/>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5"/>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73" name="Google Shape;73;p25"/>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4" name="Google Shape;74;p2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26"/>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6"/>
          <p:cNvSpPr/>
          <p:nvPr>
            <p:ph idx="2" type="pic"/>
          </p:nvPr>
        </p:nvSpPr>
        <p:spPr>
          <a:xfrm>
            <a:off x="3887391" y="987426"/>
            <a:ext cx="4629150" cy="4873625"/>
          </a:xfrm>
          <a:prstGeom prst="rect">
            <a:avLst/>
          </a:prstGeom>
          <a:noFill/>
          <a:ln>
            <a:noFill/>
          </a:ln>
        </p:spPr>
      </p:sp>
      <p:sp>
        <p:nvSpPr>
          <p:cNvPr id="80" name="Google Shape;80;p26"/>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81" name="Google Shape;81;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2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7"/>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7" name="Google Shape;87;p2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28"/>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8"/>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3" name="Google Shape;93;p2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2" name="Shape 102"/>
        <p:cNvGrpSpPr/>
        <p:nvPr/>
      </p:nvGrpSpPr>
      <p:grpSpPr>
        <a:xfrm>
          <a:off x="0" y="0"/>
          <a:ext cx="0" cy="0"/>
          <a:chOff x="0" y="0"/>
          <a:chExt cx="0" cy="0"/>
        </a:xfrm>
      </p:grpSpPr>
      <p:sp>
        <p:nvSpPr>
          <p:cNvPr id="103" name="Google Shape;103;p30"/>
          <p:cNvSpPr txBox="1"/>
          <p:nvPr>
            <p:ph type="ctrTitle"/>
          </p:nvPr>
        </p:nvSpPr>
        <p:spPr>
          <a:xfrm>
            <a:off x="1143000" y="1124530"/>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33CC"/>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30"/>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rgbClr val="3F3F3F"/>
              </a:buClr>
              <a:buSzPts val="1800"/>
              <a:buNone/>
              <a:defRPr sz="1800">
                <a:solidFill>
                  <a:srgbClr val="3F3F3F"/>
                </a:solidFill>
              </a:defRPr>
            </a:lvl1pPr>
            <a:lvl2pPr lvl="1" algn="ctr">
              <a:lnSpc>
                <a:spcPct val="90000"/>
              </a:lnSpc>
              <a:spcBef>
                <a:spcPts val="375"/>
              </a:spcBef>
              <a:spcAft>
                <a:spcPts val="0"/>
              </a:spcAft>
              <a:buClr>
                <a:schemeClr val="dk1"/>
              </a:buClr>
              <a:buSzPts val="2100"/>
              <a:buNone/>
              <a:defRPr sz="2100"/>
            </a:lvl2pPr>
            <a:lvl3pPr lvl="2" algn="ctr">
              <a:lnSpc>
                <a:spcPct val="90000"/>
              </a:lnSpc>
              <a:spcBef>
                <a:spcPts val="375"/>
              </a:spcBef>
              <a:spcAft>
                <a:spcPts val="0"/>
              </a:spcAft>
              <a:buClr>
                <a:schemeClr val="dk1"/>
              </a:buClr>
              <a:buSzPts val="1800"/>
              <a:buNone/>
              <a:defRPr sz="1800"/>
            </a:lvl3pPr>
            <a:lvl4pPr lvl="3" algn="ctr">
              <a:lnSpc>
                <a:spcPct val="90000"/>
              </a:lnSpc>
              <a:spcBef>
                <a:spcPts val="375"/>
              </a:spcBef>
              <a:spcAft>
                <a:spcPts val="0"/>
              </a:spcAft>
              <a:buClr>
                <a:schemeClr val="dk1"/>
              </a:buClr>
              <a:buSzPts val="1500"/>
              <a:buNone/>
              <a:defRPr sz="1500"/>
            </a:lvl4pPr>
            <a:lvl5pPr lvl="4" algn="ctr">
              <a:lnSpc>
                <a:spcPct val="90000"/>
              </a:lnSpc>
              <a:spcBef>
                <a:spcPts val="375"/>
              </a:spcBef>
              <a:spcAft>
                <a:spcPts val="0"/>
              </a:spcAft>
              <a:buClr>
                <a:schemeClr val="dk1"/>
              </a:buClr>
              <a:buSzPts val="1500"/>
              <a:buNone/>
              <a:defRPr sz="1500"/>
            </a:lvl5pPr>
            <a:lvl6pPr lvl="5" algn="ctr">
              <a:lnSpc>
                <a:spcPct val="100000"/>
              </a:lnSpc>
              <a:spcBef>
                <a:spcPts val="300"/>
              </a:spcBef>
              <a:spcAft>
                <a:spcPts val="0"/>
              </a:spcAft>
              <a:buClr>
                <a:schemeClr val="dk1"/>
              </a:buClr>
              <a:buSzPts val="1500"/>
              <a:buNone/>
              <a:defRPr sz="1500"/>
            </a:lvl6pPr>
            <a:lvl7pPr lvl="6" algn="ctr">
              <a:lnSpc>
                <a:spcPct val="100000"/>
              </a:lnSpc>
              <a:spcBef>
                <a:spcPts val="300"/>
              </a:spcBef>
              <a:spcAft>
                <a:spcPts val="0"/>
              </a:spcAft>
              <a:buClr>
                <a:schemeClr val="dk1"/>
              </a:buClr>
              <a:buSzPts val="1500"/>
              <a:buNone/>
              <a:defRPr sz="1500"/>
            </a:lvl7pPr>
            <a:lvl8pPr lvl="7" algn="ctr">
              <a:lnSpc>
                <a:spcPct val="100000"/>
              </a:lnSpc>
              <a:spcBef>
                <a:spcPts val="300"/>
              </a:spcBef>
              <a:spcAft>
                <a:spcPts val="0"/>
              </a:spcAft>
              <a:buClr>
                <a:schemeClr val="dk1"/>
              </a:buClr>
              <a:buSzPts val="1500"/>
              <a:buNone/>
              <a:defRPr sz="1500"/>
            </a:lvl8pPr>
            <a:lvl9pPr lvl="8" algn="ctr">
              <a:lnSpc>
                <a:spcPct val="100000"/>
              </a:lnSpc>
              <a:spcBef>
                <a:spcPts val="300"/>
              </a:spcBef>
              <a:spcAft>
                <a:spcPts val="0"/>
              </a:spcAft>
              <a:buClr>
                <a:schemeClr val="dk1"/>
              </a:buClr>
              <a:buSzPts val="1500"/>
              <a:buNone/>
              <a:defRPr sz="1500"/>
            </a:lvl9pPr>
          </a:lstStyle>
          <a:p/>
        </p:txBody>
      </p:sp>
      <p:sp>
        <p:nvSpPr>
          <p:cNvPr id="105" name="Google Shape;105;p3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3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30"/>
          <p:cNvSpPr txBox="1"/>
          <p:nvPr>
            <p:ph idx="12" type="sldNum"/>
          </p:nvPr>
        </p:nvSpPr>
        <p:spPr>
          <a:xfrm>
            <a:off x="6463145"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8" name="Shape 108"/>
        <p:cNvGrpSpPr/>
        <p:nvPr/>
      </p:nvGrpSpPr>
      <p:grpSpPr>
        <a:xfrm>
          <a:off x="0" y="0"/>
          <a:ext cx="0" cy="0"/>
          <a:chOff x="0" y="0"/>
          <a:chExt cx="0" cy="0"/>
        </a:xfrm>
      </p:grpSpPr>
      <p:sp>
        <p:nvSpPr>
          <p:cNvPr id="109" name="Google Shape;109;p31"/>
          <p:cNvSpPr txBox="1"/>
          <p:nvPr>
            <p:ph type="title"/>
          </p:nvPr>
        </p:nvSpPr>
        <p:spPr>
          <a:xfrm>
            <a:off x="633845" y="14700"/>
            <a:ext cx="7886700" cy="899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1"/>
          <p:cNvSpPr txBox="1"/>
          <p:nvPr>
            <p:ph idx="1" type="body"/>
          </p:nvPr>
        </p:nvSpPr>
        <p:spPr>
          <a:xfrm>
            <a:off x="633845" y="1118507"/>
            <a:ext cx="7886700" cy="506163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1" name="Google Shape;111;p3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3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31"/>
          <p:cNvSpPr txBox="1"/>
          <p:nvPr>
            <p:ph idx="12" type="sldNum"/>
          </p:nvPr>
        </p:nvSpPr>
        <p:spPr>
          <a:xfrm>
            <a:off x="6463145"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4" name="Shape 114"/>
        <p:cNvGrpSpPr/>
        <p:nvPr/>
      </p:nvGrpSpPr>
      <p:grpSpPr>
        <a:xfrm>
          <a:off x="0" y="0"/>
          <a:ext cx="0" cy="0"/>
          <a:chOff x="0" y="0"/>
          <a:chExt cx="0" cy="0"/>
        </a:xfrm>
      </p:grpSpPr>
      <p:sp>
        <p:nvSpPr>
          <p:cNvPr id="115" name="Google Shape;115;p32"/>
          <p:cNvSpPr txBox="1"/>
          <p:nvPr>
            <p:ph type="title"/>
          </p:nvPr>
        </p:nvSpPr>
        <p:spPr>
          <a:xfrm>
            <a:off x="623888" y="1712423"/>
            <a:ext cx="7886700" cy="285120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33CC"/>
              </a:buClr>
              <a:buSzPts val="4500"/>
              <a:buFont typeface="Calibri"/>
              <a:buNone/>
              <a:defRPr b="0"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32"/>
          <p:cNvSpPr txBox="1"/>
          <p:nvPr>
            <p:ph idx="1" type="body"/>
          </p:nvPr>
        </p:nvSpPr>
        <p:spPr>
          <a:xfrm>
            <a:off x="623888" y="455263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3F3F3F"/>
              </a:buClr>
              <a:buSzPts val="1800"/>
              <a:buNone/>
              <a:defRPr sz="1800">
                <a:solidFill>
                  <a:srgbClr val="3F3F3F"/>
                </a:solidFill>
              </a:defRPr>
            </a:lvl1pPr>
            <a:lvl2pPr indent="-228600" lvl="1" marL="914400" algn="l">
              <a:lnSpc>
                <a:spcPct val="90000"/>
              </a:lnSpc>
              <a:spcBef>
                <a:spcPts val="375"/>
              </a:spcBef>
              <a:spcAft>
                <a:spcPts val="0"/>
              </a:spcAft>
              <a:buClr>
                <a:srgbClr val="888888"/>
              </a:buClr>
              <a:buSzPts val="1350"/>
              <a:buNone/>
              <a:defRPr sz="1350">
                <a:solidFill>
                  <a:srgbClr val="888888"/>
                </a:solidFill>
              </a:defRPr>
            </a:lvl2pPr>
            <a:lvl3pPr indent="-228600" lvl="2" marL="1371600" algn="l">
              <a:lnSpc>
                <a:spcPct val="90000"/>
              </a:lnSpc>
              <a:spcBef>
                <a:spcPts val="375"/>
              </a:spcBef>
              <a:spcAft>
                <a:spcPts val="0"/>
              </a:spcAft>
              <a:buClr>
                <a:srgbClr val="888888"/>
              </a:buClr>
              <a:buSzPts val="1200"/>
              <a:buNone/>
              <a:defRPr sz="1200">
                <a:solidFill>
                  <a:srgbClr val="888888"/>
                </a:solidFill>
              </a:defRPr>
            </a:lvl3pPr>
            <a:lvl4pPr indent="-228600" lvl="3" marL="1828800" algn="l">
              <a:lnSpc>
                <a:spcPct val="90000"/>
              </a:lnSpc>
              <a:spcBef>
                <a:spcPts val="375"/>
              </a:spcBef>
              <a:spcAft>
                <a:spcPts val="0"/>
              </a:spcAft>
              <a:buClr>
                <a:srgbClr val="888888"/>
              </a:buClr>
              <a:buSzPts val="1050"/>
              <a:buNone/>
              <a:defRPr sz="1050">
                <a:solidFill>
                  <a:srgbClr val="888888"/>
                </a:solidFill>
              </a:defRPr>
            </a:lvl4pPr>
            <a:lvl5pPr indent="-228600" lvl="4" marL="2286000" algn="l">
              <a:lnSpc>
                <a:spcPct val="90000"/>
              </a:lnSpc>
              <a:spcBef>
                <a:spcPts val="375"/>
              </a:spcBef>
              <a:spcAft>
                <a:spcPts val="0"/>
              </a:spcAft>
              <a:buClr>
                <a:srgbClr val="888888"/>
              </a:buClr>
              <a:buSzPts val="1050"/>
              <a:buNone/>
              <a:defRPr sz="1050">
                <a:solidFill>
                  <a:srgbClr val="888888"/>
                </a:solidFill>
              </a:defRPr>
            </a:lvl5pPr>
            <a:lvl6pPr indent="-228600" lvl="5" marL="2743200" algn="l">
              <a:lnSpc>
                <a:spcPct val="100000"/>
              </a:lnSpc>
              <a:spcBef>
                <a:spcPts val="210"/>
              </a:spcBef>
              <a:spcAft>
                <a:spcPts val="0"/>
              </a:spcAft>
              <a:buClr>
                <a:srgbClr val="888888"/>
              </a:buClr>
              <a:buSzPts val="1050"/>
              <a:buNone/>
              <a:defRPr sz="1050">
                <a:solidFill>
                  <a:srgbClr val="888888"/>
                </a:solidFill>
              </a:defRPr>
            </a:lvl6pPr>
            <a:lvl7pPr indent="-228600" lvl="6" marL="3200400" algn="l">
              <a:lnSpc>
                <a:spcPct val="100000"/>
              </a:lnSpc>
              <a:spcBef>
                <a:spcPts val="210"/>
              </a:spcBef>
              <a:spcAft>
                <a:spcPts val="0"/>
              </a:spcAft>
              <a:buClr>
                <a:srgbClr val="888888"/>
              </a:buClr>
              <a:buSzPts val="1050"/>
              <a:buNone/>
              <a:defRPr sz="1050">
                <a:solidFill>
                  <a:srgbClr val="888888"/>
                </a:solidFill>
              </a:defRPr>
            </a:lvl7pPr>
            <a:lvl8pPr indent="-228600" lvl="7" marL="3657600" algn="l">
              <a:lnSpc>
                <a:spcPct val="100000"/>
              </a:lnSpc>
              <a:spcBef>
                <a:spcPts val="210"/>
              </a:spcBef>
              <a:spcAft>
                <a:spcPts val="0"/>
              </a:spcAft>
              <a:buClr>
                <a:srgbClr val="888888"/>
              </a:buClr>
              <a:buSzPts val="1050"/>
              <a:buNone/>
              <a:defRPr sz="1050">
                <a:solidFill>
                  <a:srgbClr val="888888"/>
                </a:solidFill>
              </a:defRPr>
            </a:lvl8pPr>
            <a:lvl9pPr indent="-228600" lvl="8" marL="4114800" algn="l">
              <a:lnSpc>
                <a:spcPct val="100000"/>
              </a:lnSpc>
              <a:spcBef>
                <a:spcPts val="210"/>
              </a:spcBef>
              <a:spcAft>
                <a:spcPts val="0"/>
              </a:spcAft>
              <a:buClr>
                <a:srgbClr val="888888"/>
              </a:buClr>
              <a:buSzPts val="1050"/>
              <a:buNone/>
              <a:defRPr sz="1050">
                <a:solidFill>
                  <a:srgbClr val="888888"/>
                </a:solidFill>
              </a:defRPr>
            </a:lvl9pPr>
          </a:lstStyle>
          <a:p/>
        </p:txBody>
      </p:sp>
      <p:sp>
        <p:nvSpPr>
          <p:cNvPr id="117" name="Google Shape;117;p3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3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32"/>
          <p:cNvSpPr txBox="1"/>
          <p:nvPr>
            <p:ph idx="12" type="sldNum"/>
          </p:nvPr>
        </p:nvSpPr>
        <p:spPr>
          <a:xfrm>
            <a:off x="6463145"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0" name="Shape 120"/>
        <p:cNvGrpSpPr/>
        <p:nvPr/>
      </p:nvGrpSpPr>
      <p:grpSpPr>
        <a:xfrm>
          <a:off x="0" y="0"/>
          <a:ext cx="0" cy="0"/>
          <a:chOff x="0" y="0"/>
          <a:chExt cx="0" cy="0"/>
        </a:xfrm>
      </p:grpSpPr>
      <p:sp>
        <p:nvSpPr>
          <p:cNvPr id="121" name="Google Shape;121;p33"/>
          <p:cNvSpPr txBox="1"/>
          <p:nvPr>
            <p:ph type="title"/>
          </p:nvPr>
        </p:nvSpPr>
        <p:spPr>
          <a:xfrm>
            <a:off x="633845" y="14700"/>
            <a:ext cx="7886700" cy="899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33"/>
          <p:cNvSpPr txBox="1"/>
          <p:nvPr>
            <p:ph idx="1" type="body"/>
          </p:nvPr>
        </p:nvSpPr>
        <p:spPr>
          <a:xfrm>
            <a:off x="633845" y="1828801"/>
            <a:ext cx="38862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3" name="Google Shape;123;p33"/>
          <p:cNvSpPr txBox="1"/>
          <p:nvPr>
            <p:ph idx="2" type="body"/>
          </p:nvPr>
        </p:nvSpPr>
        <p:spPr>
          <a:xfrm>
            <a:off x="4629150" y="1828801"/>
            <a:ext cx="38862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4" name="Google Shape;124;p3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3"/>
          <p:cNvSpPr txBox="1"/>
          <p:nvPr>
            <p:ph idx="12" type="sldNum"/>
          </p:nvPr>
        </p:nvSpPr>
        <p:spPr>
          <a:xfrm>
            <a:off x="6463145"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127" name="Shape 127"/>
        <p:cNvGrpSpPr/>
        <p:nvPr/>
      </p:nvGrpSpPr>
      <p:grpSpPr>
        <a:xfrm>
          <a:off x="0" y="0"/>
          <a:ext cx="0" cy="0"/>
          <a:chOff x="0" y="0"/>
          <a:chExt cx="0" cy="0"/>
        </a:xfrm>
      </p:grpSpPr>
      <p:sp>
        <p:nvSpPr>
          <p:cNvPr id="128" name="Google Shape;128;p34"/>
          <p:cNvSpPr txBox="1"/>
          <p:nvPr>
            <p:ph idx="1" type="body"/>
          </p:nvPr>
        </p:nvSpPr>
        <p:spPr>
          <a:xfrm>
            <a:off x="633845" y="1681851"/>
            <a:ext cx="3867150" cy="82569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129" name="Google Shape;129;p34"/>
          <p:cNvSpPr txBox="1"/>
          <p:nvPr>
            <p:ph idx="2" type="body"/>
          </p:nvPr>
        </p:nvSpPr>
        <p:spPr>
          <a:xfrm>
            <a:off x="633845" y="2507551"/>
            <a:ext cx="3867150" cy="36805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0" name="Google Shape;130;p34"/>
          <p:cNvSpPr txBox="1"/>
          <p:nvPr>
            <p:ph idx="3" type="body"/>
          </p:nvPr>
        </p:nvSpPr>
        <p:spPr>
          <a:xfrm>
            <a:off x="4629150" y="1681851"/>
            <a:ext cx="3886201" cy="825698"/>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100000"/>
              </a:lnSpc>
              <a:spcBef>
                <a:spcPts val="240"/>
              </a:spcBef>
              <a:spcAft>
                <a:spcPts val="0"/>
              </a:spcAft>
              <a:buClr>
                <a:schemeClr val="dk1"/>
              </a:buClr>
              <a:buSzPts val="1200"/>
              <a:buNone/>
              <a:defRPr b="1" sz="1200"/>
            </a:lvl6pPr>
            <a:lvl7pPr indent="-228600" lvl="6" marL="3200400" algn="l">
              <a:lnSpc>
                <a:spcPct val="100000"/>
              </a:lnSpc>
              <a:spcBef>
                <a:spcPts val="240"/>
              </a:spcBef>
              <a:spcAft>
                <a:spcPts val="0"/>
              </a:spcAft>
              <a:buClr>
                <a:schemeClr val="dk1"/>
              </a:buClr>
              <a:buSzPts val="1200"/>
              <a:buNone/>
              <a:defRPr b="1" sz="1200"/>
            </a:lvl7pPr>
            <a:lvl8pPr indent="-228600" lvl="7" marL="3657600" algn="l">
              <a:lnSpc>
                <a:spcPct val="100000"/>
              </a:lnSpc>
              <a:spcBef>
                <a:spcPts val="240"/>
              </a:spcBef>
              <a:spcAft>
                <a:spcPts val="0"/>
              </a:spcAft>
              <a:buClr>
                <a:schemeClr val="dk1"/>
              </a:buClr>
              <a:buSzPts val="1200"/>
              <a:buNone/>
              <a:defRPr b="1" sz="1200"/>
            </a:lvl8pPr>
            <a:lvl9pPr indent="-228600" lvl="8" marL="4114800" algn="l">
              <a:lnSpc>
                <a:spcPct val="100000"/>
              </a:lnSpc>
              <a:spcBef>
                <a:spcPts val="240"/>
              </a:spcBef>
              <a:spcAft>
                <a:spcPts val="0"/>
              </a:spcAft>
              <a:buClr>
                <a:schemeClr val="dk1"/>
              </a:buClr>
              <a:buSzPts val="1200"/>
              <a:buNone/>
              <a:defRPr b="1" sz="1200"/>
            </a:lvl9pPr>
          </a:lstStyle>
          <a:p/>
        </p:txBody>
      </p:sp>
      <p:sp>
        <p:nvSpPr>
          <p:cNvPr id="131" name="Google Shape;131;p34"/>
          <p:cNvSpPr txBox="1"/>
          <p:nvPr>
            <p:ph idx="4" type="body"/>
          </p:nvPr>
        </p:nvSpPr>
        <p:spPr>
          <a:xfrm>
            <a:off x="4629150" y="2507551"/>
            <a:ext cx="3886201" cy="36805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2" name="Google Shape;132;p3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3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34"/>
          <p:cNvSpPr txBox="1"/>
          <p:nvPr>
            <p:ph idx="12" type="sldNum"/>
          </p:nvPr>
        </p:nvSpPr>
        <p:spPr>
          <a:xfrm>
            <a:off x="6463145"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5" name="Google Shape;135;p34"/>
          <p:cNvSpPr txBox="1"/>
          <p:nvPr>
            <p:ph type="title"/>
          </p:nvPr>
        </p:nvSpPr>
        <p:spPr>
          <a:xfrm>
            <a:off x="633845" y="14700"/>
            <a:ext cx="7886700" cy="899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36" name="Shape 136"/>
        <p:cNvGrpSpPr/>
        <p:nvPr/>
      </p:nvGrpSpPr>
      <p:grpSpPr>
        <a:xfrm>
          <a:off x="0" y="0"/>
          <a:ext cx="0" cy="0"/>
          <a:chOff x="0" y="0"/>
          <a:chExt cx="0" cy="0"/>
        </a:xfrm>
      </p:grpSpPr>
      <p:sp>
        <p:nvSpPr>
          <p:cNvPr id="137" name="Google Shape;137;p3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5"/>
          <p:cNvSpPr txBox="1"/>
          <p:nvPr>
            <p:ph idx="12" type="sldNum"/>
          </p:nvPr>
        </p:nvSpPr>
        <p:spPr>
          <a:xfrm>
            <a:off x="6463145"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0" name="Google Shape;140;p35"/>
          <p:cNvSpPr txBox="1"/>
          <p:nvPr>
            <p:ph type="title"/>
          </p:nvPr>
        </p:nvSpPr>
        <p:spPr>
          <a:xfrm>
            <a:off x="633845" y="14700"/>
            <a:ext cx="7886700" cy="899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1" name="Shape 141"/>
        <p:cNvGrpSpPr/>
        <p:nvPr/>
      </p:nvGrpSpPr>
      <p:grpSpPr>
        <a:xfrm>
          <a:off x="0" y="0"/>
          <a:ext cx="0" cy="0"/>
          <a:chOff x="0" y="0"/>
          <a:chExt cx="0" cy="0"/>
        </a:xfrm>
      </p:grpSpPr>
      <p:sp>
        <p:nvSpPr>
          <p:cNvPr id="142" name="Google Shape;142;p3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3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36"/>
          <p:cNvSpPr txBox="1"/>
          <p:nvPr>
            <p:ph idx="12" type="sldNum"/>
          </p:nvPr>
        </p:nvSpPr>
        <p:spPr>
          <a:xfrm>
            <a:off x="6463145"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5" name="Shape 145"/>
        <p:cNvGrpSpPr/>
        <p:nvPr/>
      </p:nvGrpSpPr>
      <p:grpSpPr>
        <a:xfrm>
          <a:off x="0" y="0"/>
          <a:ext cx="0" cy="0"/>
          <a:chOff x="0" y="0"/>
          <a:chExt cx="0" cy="0"/>
        </a:xfrm>
      </p:grpSpPr>
      <p:sp>
        <p:nvSpPr>
          <p:cNvPr id="146" name="Google Shape;146;p37"/>
          <p:cNvSpPr txBox="1"/>
          <p:nvPr>
            <p:ph type="title"/>
          </p:nvPr>
        </p:nvSpPr>
        <p:spPr>
          <a:xfrm>
            <a:off x="630936" y="457201"/>
            <a:ext cx="2948940" cy="160019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33CC"/>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37"/>
          <p:cNvSpPr txBox="1"/>
          <p:nvPr>
            <p:ph idx="1" type="body"/>
          </p:nvPr>
        </p:nvSpPr>
        <p:spPr>
          <a:xfrm>
            <a:off x="3886200" y="990600"/>
            <a:ext cx="4629150" cy="48768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148" name="Google Shape;148;p37"/>
          <p:cNvSpPr txBox="1"/>
          <p:nvPr>
            <p:ph idx="2" type="body"/>
          </p:nvPr>
        </p:nvSpPr>
        <p:spPr>
          <a:xfrm>
            <a:off x="630936" y="2057399"/>
            <a:ext cx="2948940" cy="381000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900"/>
              <a:buNone/>
              <a:defRPr sz="900"/>
            </a:lvl2pPr>
            <a:lvl3pPr indent="-228600" lvl="2" marL="1371600" algn="l">
              <a:lnSpc>
                <a:spcPct val="90000"/>
              </a:lnSpc>
              <a:spcBef>
                <a:spcPts val="375"/>
              </a:spcBef>
              <a:spcAft>
                <a:spcPts val="0"/>
              </a:spcAft>
              <a:buClr>
                <a:schemeClr val="dk1"/>
              </a:buClr>
              <a:buSzPts val="750"/>
              <a:buNone/>
              <a:defRPr sz="750"/>
            </a:lvl3pPr>
            <a:lvl4pPr indent="-228600" lvl="3" marL="1828800" algn="l">
              <a:lnSpc>
                <a:spcPct val="90000"/>
              </a:lnSpc>
              <a:spcBef>
                <a:spcPts val="375"/>
              </a:spcBef>
              <a:spcAft>
                <a:spcPts val="0"/>
              </a:spcAft>
              <a:buClr>
                <a:schemeClr val="dk1"/>
              </a:buClr>
              <a:buSzPts val="675"/>
              <a:buNone/>
              <a:defRPr sz="675"/>
            </a:lvl4pPr>
            <a:lvl5pPr indent="-228600" lvl="4" marL="2286000" algn="l">
              <a:lnSpc>
                <a:spcPct val="90000"/>
              </a:lnSpc>
              <a:spcBef>
                <a:spcPts val="37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149" name="Google Shape;149;p3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3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37"/>
          <p:cNvSpPr txBox="1"/>
          <p:nvPr>
            <p:ph idx="12" type="sldNum"/>
          </p:nvPr>
        </p:nvSpPr>
        <p:spPr>
          <a:xfrm>
            <a:off x="6463145"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2" name="Shape 152"/>
        <p:cNvGrpSpPr/>
        <p:nvPr/>
      </p:nvGrpSpPr>
      <p:grpSpPr>
        <a:xfrm>
          <a:off x="0" y="0"/>
          <a:ext cx="0" cy="0"/>
          <a:chOff x="0" y="0"/>
          <a:chExt cx="0" cy="0"/>
        </a:xfrm>
      </p:grpSpPr>
      <p:sp>
        <p:nvSpPr>
          <p:cNvPr id="153" name="Google Shape;153;p38"/>
          <p:cNvSpPr txBox="1"/>
          <p:nvPr>
            <p:ph type="title"/>
          </p:nvPr>
        </p:nvSpPr>
        <p:spPr>
          <a:xfrm>
            <a:off x="630936" y="457200"/>
            <a:ext cx="294894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33CC"/>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38"/>
          <p:cNvSpPr/>
          <p:nvPr>
            <p:ph idx="2" type="pic"/>
          </p:nvPr>
        </p:nvSpPr>
        <p:spPr>
          <a:xfrm>
            <a:off x="3886200" y="990600"/>
            <a:ext cx="4629150" cy="4876800"/>
          </a:xfrm>
          <a:prstGeom prst="rect">
            <a:avLst/>
          </a:prstGeom>
          <a:noFill/>
          <a:ln>
            <a:noFill/>
          </a:ln>
        </p:spPr>
      </p:sp>
      <p:sp>
        <p:nvSpPr>
          <p:cNvPr id="155" name="Google Shape;155;p38"/>
          <p:cNvSpPr txBox="1"/>
          <p:nvPr>
            <p:ph idx="1" type="body"/>
          </p:nvPr>
        </p:nvSpPr>
        <p:spPr>
          <a:xfrm>
            <a:off x="630936" y="2057400"/>
            <a:ext cx="2948940" cy="3810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900"/>
              <a:buNone/>
              <a:defRPr sz="900"/>
            </a:lvl2pPr>
            <a:lvl3pPr indent="-228600" lvl="2" marL="1371600" algn="l">
              <a:lnSpc>
                <a:spcPct val="90000"/>
              </a:lnSpc>
              <a:spcBef>
                <a:spcPts val="375"/>
              </a:spcBef>
              <a:spcAft>
                <a:spcPts val="0"/>
              </a:spcAft>
              <a:buClr>
                <a:schemeClr val="dk1"/>
              </a:buClr>
              <a:buSzPts val="750"/>
              <a:buNone/>
              <a:defRPr sz="750"/>
            </a:lvl3pPr>
            <a:lvl4pPr indent="-228600" lvl="3" marL="1828800" algn="l">
              <a:lnSpc>
                <a:spcPct val="90000"/>
              </a:lnSpc>
              <a:spcBef>
                <a:spcPts val="375"/>
              </a:spcBef>
              <a:spcAft>
                <a:spcPts val="0"/>
              </a:spcAft>
              <a:buClr>
                <a:schemeClr val="dk1"/>
              </a:buClr>
              <a:buSzPts val="675"/>
              <a:buNone/>
              <a:defRPr sz="675"/>
            </a:lvl4pPr>
            <a:lvl5pPr indent="-228600" lvl="4" marL="2286000" algn="l">
              <a:lnSpc>
                <a:spcPct val="90000"/>
              </a:lnSpc>
              <a:spcBef>
                <a:spcPts val="375"/>
              </a:spcBef>
              <a:spcAft>
                <a:spcPts val="0"/>
              </a:spcAft>
              <a:buClr>
                <a:schemeClr val="dk1"/>
              </a:buClr>
              <a:buSzPts val="675"/>
              <a:buNone/>
              <a:defRPr sz="675"/>
            </a:lvl5pPr>
            <a:lvl6pPr indent="-228600" lvl="5" marL="2743200" algn="l">
              <a:lnSpc>
                <a:spcPct val="100000"/>
              </a:lnSpc>
              <a:spcBef>
                <a:spcPts val="135"/>
              </a:spcBef>
              <a:spcAft>
                <a:spcPts val="0"/>
              </a:spcAft>
              <a:buClr>
                <a:schemeClr val="dk1"/>
              </a:buClr>
              <a:buSzPts val="675"/>
              <a:buNone/>
              <a:defRPr sz="675"/>
            </a:lvl6pPr>
            <a:lvl7pPr indent="-228600" lvl="6" marL="3200400" algn="l">
              <a:lnSpc>
                <a:spcPct val="100000"/>
              </a:lnSpc>
              <a:spcBef>
                <a:spcPts val="135"/>
              </a:spcBef>
              <a:spcAft>
                <a:spcPts val="0"/>
              </a:spcAft>
              <a:buClr>
                <a:schemeClr val="dk1"/>
              </a:buClr>
              <a:buSzPts val="675"/>
              <a:buNone/>
              <a:defRPr sz="675"/>
            </a:lvl7pPr>
            <a:lvl8pPr indent="-228600" lvl="7" marL="3657600" algn="l">
              <a:lnSpc>
                <a:spcPct val="100000"/>
              </a:lnSpc>
              <a:spcBef>
                <a:spcPts val="135"/>
              </a:spcBef>
              <a:spcAft>
                <a:spcPts val="0"/>
              </a:spcAft>
              <a:buClr>
                <a:schemeClr val="dk1"/>
              </a:buClr>
              <a:buSzPts val="675"/>
              <a:buNone/>
              <a:defRPr sz="675"/>
            </a:lvl8pPr>
            <a:lvl9pPr indent="-228600" lvl="8" marL="4114800" algn="l">
              <a:lnSpc>
                <a:spcPct val="100000"/>
              </a:lnSpc>
              <a:spcBef>
                <a:spcPts val="135"/>
              </a:spcBef>
              <a:spcAft>
                <a:spcPts val="0"/>
              </a:spcAft>
              <a:buClr>
                <a:schemeClr val="dk1"/>
              </a:buClr>
              <a:buSzPts val="675"/>
              <a:buNone/>
              <a:defRPr sz="675"/>
            </a:lvl9pPr>
          </a:lstStyle>
          <a:p/>
        </p:txBody>
      </p:sp>
      <p:sp>
        <p:nvSpPr>
          <p:cNvPr id="156" name="Google Shape;156;p3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3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38"/>
          <p:cNvSpPr txBox="1"/>
          <p:nvPr>
            <p:ph idx="12" type="sldNum"/>
          </p:nvPr>
        </p:nvSpPr>
        <p:spPr>
          <a:xfrm>
            <a:off x="6463145"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9" name="Shape 159"/>
        <p:cNvGrpSpPr/>
        <p:nvPr/>
      </p:nvGrpSpPr>
      <p:grpSpPr>
        <a:xfrm>
          <a:off x="0" y="0"/>
          <a:ext cx="0" cy="0"/>
          <a:chOff x="0" y="0"/>
          <a:chExt cx="0" cy="0"/>
        </a:xfrm>
      </p:grpSpPr>
      <p:sp>
        <p:nvSpPr>
          <p:cNvPr id="160" name="Google Shape;160;p39"/>
          <p:cNvSpPr txBox="1"/>
          <p:nvPr>
            <p:ph type="title"/>
          </p:nvPr>
        </p:nvSpPr>
        <p:spPr>
          <a:xfrm>
            <a:off x="633845" y="14700"/>
            <a:ext cx="7886700" cy="899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39"/>
          <p:cNvSpPr txBox="1"/>
          <p:nvPr>
            <p:ph idx="1" type="body"/>
          </p:nvPr>
        </p:nvSpPr>
        <p:spPr>
          <a:xfrm rot="5400000">
            <a:off x="2046380" y="-294028"/>
            <a:ext cx="5061631"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2" name="Google Shape;162;p3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3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39"/>
          <p:cNvSpPr txBox="1"/>
          <p:nvPr>
            <p:ph idx="12" type="sldNum"/>
          </p:nvPr>
        </p:nvSpPr>
        <p:spPr>
          <a:xfrm>
            <a:off x="6463145"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5" name="Shape 165"/>
        <p:cNvGrpSpPr/>
        <p:nvPr/>
      </p:nvGrpSpPr>
      <p:grpSpPr>
        <a:xfrm>
          <a:off x="0" y="0"/>
          <a:ext cx="0" cy="0"/>
          <a:chOff x="0" y="0"/>
          <a:chExt cx="0" cy="0"/>
        </a:xfrm>
      </p:grpSpPr>
      <p:sp>
        <p:nvSpPr>
          <p:cNvPr id="166" name="Google Shape;166;p40"/>
          <p:cNvSpPr txBox="1"/>
          <p:nvPr>
            <p:ph type="title"/>
          </p:nvPr>
        </p:nvSpPr>
        <p:spPr>
          <a:xfrm rot="5400000">
            <a:off x="4623594" y="2280443"/>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33C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40"/>
          <p:cNvSpPr txBox="1"/>
          <p:nvPr>
            <p:ph idx="1" type="body"/>
          </p:nvPr>
        </p:nvSpPr>
        <p:spPr>
          <a:xfrm rot="5400000">
            <a:off x="623094" y="365919"/>
            <a:ext cx="5811837"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8" name="Google Shape;168;p4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4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40"/>
          <p:cNvSpPr txBox="1"/>
          <p:nvPr>
            <p:ph idx="12" type="sldNum"/>
          </p:nvPr>
        </p:nvSpPr>
        <p:spPr>
          <a:xfrm>
            <a:off x="6463145"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1.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7"/>
          <p:cNvSpPr txBox="1"/>
          <p:nvPr/>
        </p:nvSpPr>
        <p:spPr>
          <a:xfrm>
            <a:off x="0" y="6692348"/>
            <a:ext cx="9144001" cy="165652"/>
          </a:xfrm>
          <a:prstGeom prst="rect">
            <a:avLst/>
          </a:prstGeom>
          <a:solidFill>
            <a:srgbClr val="66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chemeClr val="lt1"/>
              </a:solidFill>
              <a:latin typeface="Calibri"/>
              <a:ea typeface="Calibri"/>
              <a:cs typeface="Calibri"/>
              <a:sym typeface="Calibri"/>
            </a:endParaRPr>
          </a:p>
        </p:txBody>
      </p:sp>
      <p:sp>
        <p:nvSpPr>
          <p:cNvPr id="16" name="Google Shape;16;p17"/>
          <p:cNvSpPr txBox="1"/>
          <p:nvPr/>
        </p:nvSpPr>
        <p:spPr>
          <a:xfrm>
            <a:off x="8305800" y="6262916"/>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424242"/>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29"/>
          <p:cNvSpPr txBox="1"/>
          <p:nvPr>
            <p:ph type="title"/>
          </p:nvPr>
        </p:nvSpPr>
        <p:spPr>
          <a:xfrm>
            <a:off x="633845" y="14700"/>
            <a:ext cx="7886700" cy="899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33CC"/>
              </a:buClr>
              <a:buSzPts val="3300"/>
              <a:buFont typeface="Calibri"/>
              <a:buNone/>
              <a:defRPr b="0" i="0" sz="3300" u="none" cap="none" strike="noStrike">
                <a:solidFill>
                  <a:srgbClr val="0033CC"/>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8" name="Google Shape;98;p29"/>
          <p:cNvSpPr txBox="1"/>
          <p:nvPr>
            <p:ph idx="1" type="body"/>
          </p:nvPr>
        </p:nvSpPr>
        <p:spPr>
          <a:xfrm>
            <a:off x="633845" y="1118507"/>
            <a:ext cx="7886700" cy="5061631"/>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5pPr>
            <a:lvl6pPr indent="-314325" lvl="5" marL="2743200" marR="0" rtl="0" algn="l">
              <a:lnSpc>
                <a:spcPct val="100000"/>
              </a:lnSpc>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lnSpc>
                <a:spcPct val="100000"/>
              </a:lnSpc>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lnSpc>
                <a:spcPct val="100000"/>
              </a:lnSpc>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lnSpc>
                <a:spcPct val="100000"/>
              </a:lnSpc>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99" name="Google Shape;99;p2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825" u="none" cap="none" strike="noStrike">
                <a:solidFill>
                  <a:srgbClr val="59595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0" name="Google Shape;100;p2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825" u="none" cap="none" strike="noStrike">
                <a:solidFill>
                  <a:srgbClr val="59595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1" name="Google Shape;101;p29"/>
          <p:cNvSpPr txBox="1"/>
          <p:nvPr>
            <p:ph idx="12" type="sldNum"/>
          </p:nvPr>
        </p:nvSpPr>
        <p:spPr>
          <a:xfrm>
            <a:off x="6463145"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25"/>
              <a:buFont typeface="Arial"/>
              <a:buNone/>
              <a:defRPr b="0" i="0" sz="8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hyperlink" Target="https://www.lucidchart.com/page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www.lucidchart.com/pages" TargetMode="Externa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lucidchart.com/pages" TargetMode="Externa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lucidchart.com/pages" TargetMode="Externa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www-03.ibm.com/software/products/en/ratirosefami" TargetMode="External"/><Relationship Id="rId4" Type="http://schemas.openxmlformats.org/officeDocument/2006/relationships/hyperlink" Target="http://argouml.tigris.org/" TargetMode="External"/><Relationship Id="rId5" Type="http://schemas.openxmlformats.org/officeDocument/2006/relationships/hyperlink" Target="http://alexdp.free.fr/violetumleditor/page.php" TargetMode="External"/><Relationship Id="rId6" Type="http://schemas.openxmlformats.org/officeDocument/2006/relationships/hyperlink" Target="http://www.visual-paradigm.com/solution/freeumltool/" TargetMode="External"/><Relationship Id="rId7" Type="http://schemas.openxmlformats.org/officeDocument/2006/relationships/hyperlink" Target="http://staruml.io/" TargetMode="External"/><Relationship Id="rId8" Type="http://schemas.openxmlformats.org/officeDocument/2006/relationships/hyperlink" Target="http://www.umlet.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41"/>
          <p:cNvSpPr txBox="1"/>
          <p:nvPr>
            <p:ph type="ctrTitle"/>
          </p:nvPr>
        </p:nvSpPr>
        <p:spPr>
          <a:xfrm>
            <a:off x="1039972" y="825687"/>
            <a:ext cx="7232829" cy="5201730"/>
          </a:xfrm>
          <a:prstGeom prst="rect">
            <a:avLst/>
          </a:prstGeom>
          <a:noFill/>
          <a:ln>
            <a:noFill/>
          </a:ln>
        </p:spPr>
        <p:txBody>
          <a:bodyPr anchorCtr="0" anchor="ctr" bIns="68575" lIns="82275" spcFirstLastPara="1" rIns="82275" wrap="square" tIns="82275">
            <a:normAutofit/>
          </a:bodyPr>
          <a:lstStyle/>
          <a:p>
            <a:pPr indent="0" lvl="0" marL="0" rtl="0" algn="l">
              <a:lnSpc>
                <a:spcPct val="100000"/>
              </a:lnSpc>
              <a:spcBef>
                <a:spcPts val="0"/>
              </a:spcBef>
              <a:spcAft>
                <a:spcPts val="0"/>
              </a:spcAft>
              <a:buSzPts val="3300"/>
              <a:buNone/>
            </a:pPr>
            <a:r>
              <a:rPr lang="en-US">
                <a:solidFill>
                  <a:schemeClr val="dk1"/>
                </a:solidFill>
              </a:rPr>
              <a:t>CSE 325: INFORMATION SYSTEM DESIGN</a:t>
            </a:r>
            <a:endParaRPr/>
          </a:p>
        </p:txBody>
      </p:sp>
      <p:sp>
        <p:nvSpPr>
          <p:cNvPr id="177" name="Google Shape;177;p41"/>
          <p:cNvSpPr txBox="1"/>
          <p:nvPr/>
        </p:nvSpPr>
        <p:spPr>
          <a:xfrm>
            <a:off x="1116462" y="4397874"/>
            <a:ext cx="5443995" cy="801697"/>
          </a:xfrm>
          <a:prstGeom prst="rect">
            <a:avLst/>
          </a:prstGeom>
          <a:noFill/>
          <a:ln>
            <a:noFill/>
          </a:ln>
        </p:spPr>
        <p:txBody>
          <a:bodyPr anchorCtr="0" anchor="t" bIns="45700" lIns="91425" spcFirstLastPara="1" rIns="91425" wrap="square" tIns="45700">
            <a:noAutofit/>
          </a:bodyPr>
          <a:lstStyle/>
          <a:p>
            <a:pPr indent="0" lvl="0" marL="0" marR="0" rtl="0" algn="l">
              <a:lnSpc>
                <a:spcPct val="140000"/>
              </a:lnSpc>
              <a:spcBef>
                <a:spcPts val="0"/>
              </a:spcBef>
              <a:spcAft>
                <a:spcPts val="0"/>
              </a:spcAft>
              <a:buClr>
                <a:srgbClr val="000000"/>
              </a:buClr>
              <a:buSzPts val="1350"/>
              <a:buFont typeface="Corbel"/>
              <a:buNone/>
            </a:pPr>
            <a:r>
              <a:rPr b="1" i="0" lang="en-US" sz="1350" u="none" cap="none" strike="noStrike">
                <a:solidFill>
                  <a:schemeClr val="dk1"/>
                </a:solidFill>
                <a:latin typeface="Arial"/>
                <a:ea typeface="Arial"/>
                <a:cs typeface="Arial"/>
                <a:sym typeface="Arial"/>
              </a:rPr>
              <a:t>Week 2: Requirement Analysis Techniques- UML</a:t>
            </a:r>
            <a:endParaRPr/>
          </a:p>
          <a:p>
            <a:pPr indent="0" lvl="0" marL="0" marR="0" rtl="0" algn="l">
              <a:lnSpc>
                <a:spcPct val="140000"/>
              </a:lnSpc>
              <a:spcBef>
                <a:spcPts val="930"/>
              </a:spcBef>
              <a:spcAft>
                <a:spcPts val="0"/>
              </a:spcAft>
              <a:buClr>
                <a:srgbClr val="000000"/>
              </a:buClr>
              <a:buSzPts val="1350"/>
              <a:buFont typeface="Corbel"/>
              <a:buNone/>
            </a:pPr>
            <a:r>
              <a:rPr b="1" i="0" lang="en-US" sz="1350" u="none" cap="none" strike="noStrike">
                <a:solidFill>
                  <a:schemeClr val="dk1"/>
                </a:solidFill>
                <a:latin typeface="Arial"/>
                <a:ea typeface="Arial"/>
                <a:cs typeface="Arial"/>
                <a:sym typeface="Arial"/>
              </a:rPr>
              <a:t>Novia Nurain</a:t>
            </a:r>
            <a:endParaRPr/>
          </a:p>
          <a:p>
            <a:pPr indent="0" lvl="0" marL="0" marR="0" rtl="0" algn="l">
              <a:lnSpc>
                <a:spcPct val="140000"/>
              </a:lnSpc>
              <a:spcBef>
                <a:spcPts val="930"/>
              </a:spcBef>
              <a:spcAft>
                <a:spcPts val="0"/>
              </a:spcAft>
              <a:buClr>
                <a:srgbClr val="000000"/>
              </a:buClr>
              <a:buSzPts val="1350"/>
              <a:buFont typeface="Corbel"/>
              <a:buNone/>
            </a:pPr>
            <a:r>
              <a:rPr b="1" i="0" lang="en-US" sz="1350" u="none" cap="none" strike="noStrike">
                <a:solidFill>
                  <a:schemeClr val="dk1"/>
                </a:solidFill>
                <a:latin typeface="Arial"/>
                <a:ea typeface="Arial"/>
                <a:cs typeface="Arial"/>
                <a:sym typeface="Arial"/>
              </a:rPr>
              <a:t>Slide prepared by Anindya Iqbal Sir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
          <p:cNvSpPr txBox="1"/>
          <p:nvPr>
            <p:ph type="title"/>
          </p:nvPr>
        </p:nvSpPr>
        <p:spPr>
          <a:xfrm>
            <a:off x="628650" y="112033"/>
            <a:ext cx="7886700" cy="8595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SzPct val="111111"/>
              <a:buNone/>
            </a:pPr>
            <a:r>
              <a:rPr lang="en-US"/>
              <a:t>What is UML (Unified Modeling Language)?</a:t>
            </a:r>
            <a:endParaRPr/>
          </a:p>
        </p:txBody>
      </p:sp>
      <p:sp>
        <p:nvSpPr>
          <p:cNvPr id="183" name="Google Shape;183;p1"/>
          <p:cNvSpPr txBox="1"/>
          <p:nvPr>
            <p:ph idx="1" type="body"/>
          </p:nvPr>
        </p:nvSpPr>
        <p:spPr>
          <a:xfrm>
            <a:off x="628649" y="1216479"/>
            <a:ext cx="8065407" cy="4960484"/>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800"/>
              <a:buChar char="•"/>
            </a:pPr>
            <a:r>
              <a:rPr lang="en-US" sz="2800"/>
              <a:t>UML is a standardized visual modeling language used to </a:t>
            </a:r>
            <a:r>
              <a:rPr b="1" lang="en-US" sz="2800">
                <a:solidFill>
                  <a:srgbClr val="C00000"/>
                </a:solidFill>
              </a:rPr>
              <a:t>describe</a:t>
            </a:r>
            <a:r>
              <a:rPr lang="en-US" sz="2800"/>
              <a:t>, </a:t>
            </a:r>
            <a:r>
              <a:rPr b="1" lang="en-US" sz="2800">
                <a:solidFill>
                  <a:srgbClr val="C00000"/>
                </a:solidFill>
              </a:rPr>
              <a:t>design</a:t>
            </a:r>
            <a:r>
              <a:rPr lang="en-US" sz="2800"/>
              <a:t>, and </a:t>
            </a:r>
            <a:r>
              <a:rPr b="1" lang="en-US" sz="2800">
                <a:solidFill>
                  <a:srgbClr val="C00000"/>
                </a:solidFill>
              </a:rPr>
              <a:t>document</a:t>
            </a:r>
            <a:r>
              <a:rPr lang="en-US" sz="2800"/>
              <a:t> software systems.</a:t>
            </a:r>
            <a:endParaRPr/>
          </a:p>
          <a:p>
            <a:pPr indent="-171450" lvl="1" marL="514350" rtl="0" algn="l">
              <a:lnSpc>
                <a:spcPct val="90000"/>
              </a:lnSpc>
              <a:spcBef>
                <a:spcPts val="1800"/>
              </a:spcBef>
              <a:spcAft>
                <a:spcPts val="0"/>
              </a:spcAft>
              <a:buClr>
                <a:schemeClr val="dk1"/>
              </a:buClr>
              <a:buSzPts val="2400"/>
              <a:buChar char="ꟷ"/>
            </a:pPr>
            <a:r>
              <a:rPr lang="en-US" sz="2400"/>
              <a:t>pictures or views of an OO system</a:t>
            </a:r>
            <a:endParaRPr/>
          </a:p>
          <a:p>
            <a:pPr indent="-171450" lvl="1" marL="514350" rtl="0" algn="l">
              <a:lnSpc>
                <a:spcPct val="90000"/>
              </a:lnSpc>
              <a:spcBef>
                <a:spcPts val="1800"/>
              </a:spcBef>
              <a:spcAft>
                <a:spcPts val="0"/>
              </a:spcAft>
              <a:buClr>
                <a:schemeClr val="dk1"/>
              </a:buClr>
              <a:buSzPts val="2400"/>
              <a:buChar char="ꟷ"/>
            </a:pPr>
            <a:r>
              <a:rPr lang="en-US" sz="2400"/>
              <a:t>helps better understanding</a:t>
            </a:r>
            <a:endParaRPr/>
          </a:p>
          <a:p>
            <a:pPr indent="-171450" lvl="1" marL="514350" rtl="0" algn="l">
              <a:lnSpc>
                <a:spcPct val="90000"/>
              </a:lnSpc>
              <a:spcBef>
                <a:spcPts val="1800"/>
              </a:spcBef>
              <a:spcAft>
                <a:spcPts val="0"/>
              </a:spcAft>
              <a:buClr>
                <a:schemeClr val="dk1"/>
              </a:buClr>
              <a:buSzPts val="2400"/>
              <a:buChar char="ꟷ"/>
            </a:pPr>
            <a:r>
              <a:rPr lang="en-US" sz="2400"/>
              <a:t>a picture is worth a thousand words</a:t>
            </a:r>
            <a:endParaRPr/>
          </a:p>
          <a:p>
            <a:pPr indent="-19050" lvl="1" marL="514350" rtl="0" algn="l">
              <a:lnSpc>
                <a:spcPct val="90000"/>
              </a:lnSpc>
              <a:spcBef>
                <a:spcPts val="1800"/>
              </a:spcBef>
              <a:spcAft>
                <a:spcPts val="0"/>
              </a:spcAft>
              <a:buClr>
                <a:schemeClr val="dk1"/>
              </a:buClr>
              <a:buSzPts val="2400"/>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42"/>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300"/>
              <a:buNone/>
            </a:pPr>
            <a:r>
              <a:rPr lang="en-US"/>
              <a:t>Why do we need UML?</a:t>
            </a:r>
            <a:endParaRPr/>
          </a:p>
        </p:txBody>
      </p:sp>
      <p:sp>
        <p:nvSpPr>
          <p:cNvPr id="189" name="Google Shape;189;p42"/>
          <p:cNvSpPr txBox="1"/>
          <p:nvPr>
            <p:ph idx="1" type="body"/>
          </p:nvPr>
        </p:nvSpPr>
        <p:spPr>
          <a:xfrm>
            <a:off x="628650" y="1088206"/>
            <a:ext cx="7731579" cy="4847481"/>
          </a:xfrm>
          <a:prstGeom prst="rect">
            <a:avLst/>
          </a:prstGeom>
          <a:noFill/>
          <a:ln>
            <a:noFill/>
          </a:ln>
        </p:spPr>
        <p:txBody>
          <a:bodyPr anchorCtr="0" anchor="ctr"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Understanding system requirements</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Designing system architecture</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Documenting system functionality</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Improving communication between stakeholders: </a:t>
            </a:r>
            <a:endParaRPr/>
          </a:p>
          <a:p>
            <a:pPr indent="-101600" lvl="1" marL="457200" rtl="0" algn="l">
              <a:lnSpc>
                <a:spcPct val="10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Complex applications need collaboration and planning from multiple teams and hence require a clear and concise way to communicate amongst them.</a:t>
            </a:r>
            <a:endParaRPr/>
          </a:p>
          <a:p>
            <a:pPr indent="0" lvl="1" marL="457200" rtl="0" algn="l">
              <a:lnSpc>
                <a:spcPct val="100000"/>
              </a:lnSpc>
              <a:spcBef>
                <a:spcPts val="0"/>
              </a:spcBef>
              <a:spcAft>
                <a:spcPts val="0"/>
              </a:spcAft>
              <a:buClr>
                <a:schemeClr val="dk1"/>
              </a:buClr>
              <a:buSzPts val="1600"/>
              <a:buNone/>
            </a:pPr>
            <a:r>
              <a:t/>
            </a:r>
            <a:endParaRPr sz="1600">
              <a:solidFill>
                <a:schemeClr val="dk1"/>
              </a:solidFill>
              <a:latin typeface="Arial"/>
              <a:ea typeface="Arial"/>
              <a:cs typeface="Arial"/>
              <a:sym typeface="Arial"/>
            </a:endParaRPr>
          </a:p>
          <a:p>
            <a:pPr indent="-101600" lvl="1" marL="457200" rtl="0" algn="l">
              <a:lnSpc>
                <a:spcPct val="100000"/>
              </a:lnSpc>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Businessmen do not understand code. So UML becomes essential to communicate with non-programmers about essential </a:t>
            </a:r>
            <a:r>
              <a:rPr b="1" lang="en-US" sz="1600">
                <a:solidFill>
                  <a:schemeClr val="dk1"/>
                </a:solidFill>
                <a:latin typeface="Arial"/>
                <a:ea typeface="Arial"/>
                <a:cs typeface="Arial"/>
                <a:sym typeface="Arial"/>
              </a:rPr>
              <a:t>requirements</a:t>
            </a:r>
            <a:r>
              <a:rPr lang="en-US" sz="1600">
                <a:solidFill>
                  <a:schemeClr val="dk1"/>
                </a:solidFill>
                <a:latin typeface="Arial"/>
                <a:ea typeface="Arial"/>
                <a:cs typeface="Arial"/>
                <a:sym typeface="Arial"/>
              </a:rPr>
              <a:t>, </a:t>
            </a:r>
            <a:r>
              <a:rPr b="1" lang="en-US" sz="1600">
                <a:solidFill>
                  <a:schemeClr val="dk1"/>
                </a:solidFill>
                <a:latin typeface="Arial"/>
                <a:ea typeface="Arial"/>
                <a:cs typeface="Arial"/>
                <a:sym typeface="Arial"/>
              </a:rPr>
              <a:t>functionalities</a:t>
            </a:r>
            <a:r>
              <a:rPr lang="en-US" sz="1600">
                <a:solidFill>
                  <a:schemeClr val="dk1"/>
                </a:solidFill>
                <a:latin typeface="Arial"/>
                <a:ea typeface="Arial"/>
                <a:cs typeface="Arial"/>
                <a:sym typeface="Arial"/>
              </a:rPr>
              <a:t>, and </a:t>
            </a:r>
            <a:r>
              <a:rPr b="1" lang="en-US" sz="1600">
                <a:solidFill>
                  <a:schemeClr val="dk1"/>
                </a:solidFill>
                <a:latin typeface="Arial"/>
                <a:ea typeface="Arial"/>
                <a:cs typeface="Arial"/>
                <a:sym typeface="Arial"/>
              </a:rPr>
              <a:t>processes</a:t>
            </a:r>
            <a:r>
              <a:rPr lang="en-US" sz="1600">
                <a:solidFill>
                  <a:schemeClr val="dk1"/>
                </a:solidFill>
                <a:latin typeface="Arial"/>
                <a:ea typeface="Arial"/>
                <a:cs typeface="Arial"/>
                <a:sym typeface="Arial"/>
              </a:rPr>
              <a:t> of the system.</a:t>
            </a:r>
            <a:endParaRPr/>
          </a:p>
          <a:p>
            <a:pPr indent="0" lvl="1" marL="45720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Supporting implementation and testing</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a:t>
            </a:r>
            <a:r>
              <a:rPr b="0" i="0" lang="en-US" sz="1800" u="none" cap="none" strike="noStrike">
                <a:solidFill>
                  <a:schemeClr val="dk1"/>
                </a:solidFill>
                <a:latin typeface="Arial"/>
                <a:ea typeface="Arial"/>
                <a:cs typeface="Arial"/>
                <a:sym typeface="Arial"/>
              </a:rPr>
              <a:t>ime is saved down the line when teams can visualize processes, user interactions, and the static structure of the system.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3"/>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Types of UML diagrams</a:t>
            </a:r>
            <a:endParaRPr/>
          </a:p>
        </p:txBody>
      </p:sp>
      <p:pic>
        <p:nvPicPr>
          <p:cNvPr id="195" name="Google Shape;195;p43"/>
          <p:cNvPicPr preferRelativeResize="0"/>
          <p:nvPr/>
        </p:nvPicPr>
        <p:blipFill rotWithShape="1">
          <a:blip r:embed="rId3">
            <a:alphaModFix/>
          </a:blip>
          <a:srcRect b="0" l="0" r="0" t="0"/>
          <a:stretch/>
        </p:blipFill>
        <p:spPr>
          <a:xfrm>
            <a:off x="185290" y="1422400"/>
            <a:ext cx="8773420" cy="412957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4"/>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Types of UML diagrams</a:t>
            </a:r>
            <a:endParaRPr/>
          </a:p>
        </p:txBody>
      </p:sp>
      <p:pic>
        <p:nvPicPr>
          <p:cNvPr id="201" name="Google Shape;201;p44"/>
          <p:cNvPicPr preferRelativeResize="0"/>
          <p:nvPr/>
        </p:nvPicPr>
        <p:blipFill rotWithShape="1">
          <a:blip r:embed="rId3">
            <a:alphaModFix/>
          </a:blip>
          <a:srcRect b="0" l="0" r="0" t="0"/>
          <a:stretch/>
        </p:blipFill>
        <p:spPr>
          <a:xfrm>
            <a:off x="185290" y="1422400"/>
            <a:ext cx="8773420" cy="4129570"/>
          </a:xfrm>
          <a:prstGeom prst="rect">
            <a:avLst/>
          </a:prstGeom>
          <a:noFill/>
          <a:ln>
            <a:noFill/>
          </a:ln>
        </p:spPr>
      </p:pic>
      <p:sp>
        <p:nvSpPr>
          <p:cNvPr id="202" name="Google Shape;202;p44"/>
          <p:cNvSpPr/>
          <p:nvPr/>
        </p:nvSpPr>
        <p:spPr>
          <a:xfrm>
            <a:off x="5566228" y="2032002"/>
            <a:ext cx="1095829" cy="602342"/>
          </a:xfrm>
          <a:prstGeom prst="rect">
            <a:avLst/>
          </a:prstGeom>
          <a:no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3" name="Google Shape;203;p44"/>
          <p:cNvSpPr txBox="1"/>
          <p:nvPr/>
        </p:nvSpPr>
        <p:spPr>
          <a:xfrm>
            <a:off x="6662057" y="819936"/>
            <a:ext cx="2186244"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depict the </a:t>
            </a:r>
            <a:r>
              <a:rPr b="1" i="0" lang="en-US" sz="1400" u="none" cap="none" strike="noStrike">
                <a:solidFill>
                  <a:srgbClr val="000000"/>
                </a:solidFill>
                <a:latin typeface="Arial"/>
                <a:ea typeface="Arial"/>
                <a:cs typeface="Arial"/>
                <a:sym typeface="Arial"/>
              </a:rPr>
              <a:t>static</a:t>
            </a:r>
            <a:r>
              <a:rPr b="0" i="0" lang="en-US" sz="1400" u="none" cap="none" strike="noStrike">
                <a:solidFill>
                  <a:srgbClr val="000000"/>
                </a:solidFill>
                <a:latin typeface="Arial"/>
                <a:ea typeface="Arial"/>
                <a:cs typeface="Arial"/>
                <a:sym typeface="Arial"/>
              </a:rPr>
              <a:t> aspects of a system, including its </a:t>
            </a:r>
            <a:r>
              <a:rPr b="1" i="0" lang="en-US" sz="1400" u="none" cap="none" strike="noStrike">
                <a:solidFill>
                  <a:srgbClr val="000000"/>
                </a:solidFill>
                <a:latin typeface="Arial"/>
                <a:ea typeface="Arial"/>
                <a:cs typeface="Arial"/>
                <a:sym typeface="Arial"/>
              </a:rPr>
              <a:t>classes</a:t>
            </a: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objects</a:t>
            </a: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components</a:t>
            </a:r>
            <a:r>
              <a:rPr b="0" i="0" lang="en-US" sz="1400" u="none" cap="none" strike="noStrike">
                <a:solidFill>
                  <a:srgbClr val="000000"/>
                </a:solidFill>
                <a:latin typeface="Arial"/>
                <a:ea typeface="Arial"/>
                <a:cs typeface="Arial"/>
                <a:sym typeface="Arial"/>
              </a:rPr>
              <a:t>, and their relationships, providing a clear view of the system's </a:t>
            </a:r>
            <a:r>
              <a:rPr b="1" i="0" lang="en-US" sz="1400" u="none" cap="none" strike="noStrike">
                <a:solidFill>
                  <a:srgbClr val="000000"/>
                </a:solidFill>
                <a:latin typeface="Arial"/>
                <a:ea typeface="Arial"/>
                <a:cs typeface="Arial"/>
                <a:sym typeface="Arial"/>
              </a:rPr>
              <a:t>architecture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45"/>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Types of UML diagrams</a:t>
            </a:r>
            <a:endParaRPr/>
          </a:p>
        </p:txBody>
      </p:sp>
      <p:pic>
        <p:nvPicPr>
          <p:cNvPr id="209" name="Google Shape;209;p45"/>
          <p:cNvPicPr preferRelativeResize="0"/>
          <p:nvPr/>
        </p:nvPicPr>
        <p:blipFill rotWithShape="1">
          <a:blip r:embed="rId3">
            <a:alphaModFix/>
          </a:blip>
          <a:srcRect b="0" l="0" r="0" t="0"/>
          <a:stretch/>
        </p:blipFill>
        <p:spPr>
          <a:xfrm>
            <a:off x="275770" y="1364215"/>
            <a:ext cx="8773420" cy="4129570"/>
          </a:xfrm>
          <a:prstGeom prst="rect">
            <a:avLst/>
          </a:prstGeom>
          <a:noFill/>
          <a:ln>
            <a:noFill/>
          </a:ln>
        </p:spPr>
      </p:pic>
      <p:sp>
        <p:nvSpPr>
          <p:cNvPr id="210" name="Google Shape;210;p45"/>
          <p:cNvSpPr/>
          <p:nvPr/>
        </p:nvSpPr>
        <p:spPr>
          <a:xfrm>
            <a:off x="1603847" y="2032002"/>
            <a:ext cx="1095829" cy="602342"/>
          </a:xfrm>
          <a:prstGeom prst="rect">
            <a:avLst/>
          </a:prstGeom>
          <a:no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1" name="Google Shape;211;p45"/>
          <p:cNvSpPr txBox="1"/>
          <p:nvPr/>
        </p:nvSpPr>
        <p:spPr>
          <a:xfrm>
            <a:off x="275770" y="837624"/>
            <a:ext cx="301897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depict the </a:t>
            </a:r>
            <a:r>
              <a:rPr b="1" i="0" lang="en-US" sz="1400" u="none" cap="none" strike="noStrike">
                <a:solidFill>
                  <a:srgbClr val="000000"/>
                </a:solidFill>
                <a:latin typeface="Arial"/>
                <a:ea typeface="Arial"/>
                <a:cs typeface="Arial"/>
                <a:sym typeface="Arial"/>
              </a:rPr>
              <a:t>dynamic</a:t>
            </a:r>
            <a:r>
              <a:rPr b="0" i="0" lang="en-US" sz="1400" u="none" cap="none" strike="noStrike">
                <a:solidFill>
                  <a:srgbClr val="000000"/>
                </a:solidFill>
                <a:latin typeface="Arial"/>
                <a:ea typeface="Arial"/>
                <a:cs typeface="Arial"/>
                <a:sym typeface="Arial"/>
              </a:rPr>
              <a:t> aspects of a system, illustrating how objects </a:t>
            </a:r>
            <a:r>
              <a:rPr b="1" i="0" lang="en-US" sz="1400" u="none" cap="none" strike="noStrike">
                <a:solidFill>
                  <a:srgbClr val="000000"/>
                </a:solidFill>
                <a:latin typeface="Arial"/>
                <a:ea typeface="Arial"/>
                <a:cs typeface="Arial"/>
                <a:sym typeface="Arial"/>
              </a:rPr>
              <a:t>interact</a:t>
            </a:r>
            <a:r>
              <a:rPr b="0" i="0" lang="en-US" sz="1400" u="none" cap="none" strike="noStrike">
                <a:solidFill>
                  <a:srgbClr val="000000"/>
                </a:solidFill>
                <a:latin typeface="Arial"/>
                <a:ea typeface="Arial"/>
                <a:cs typeface="Arial"/>
                <a:sym typeface="Arial"/>
              </a:rPr>
              <a:t> and </a:t>
            </a:r>
            <a:r>
              <a:rPr b="1" i="0" lang="en-US" sz="1400" u="none" cap="none" strike="noStrike">
                <a:solidFill>
                  <a:srgbClr val="000000"/>
                </a:solidFill>
                <a:latin typeface="Arial"/>
                <a:ea typeface="Arial"/>
                <a:cs typeface="Arial"/>
                <a:sym typeface="Arial"/>
              </a:rPr>
              <a:t>behave</a:t>
            </a:r>
            <a:r>
              <a:rPr b="0" i="0" lang="en-US" sz="1400" u="none" cap="none" strike="noStrike">
                <a:solidFill>
                  <a:srgbClr val="000000"/>
                </a:solidFill>
                <a:latin typeface="Arial"/>
                <a:ea typeface="Arial"/>
                <a:cs typeface="Arial"/>
                <a:sym typeface="Arial"/>
              </a:rPr>
              <a:t> over time in response to </a:t>
            </a:r>
            <a:r>
              <a:rPr b="1" i="0" lang="en-US" sz="1400" u="none" cap="none" strike="noStrike">
                <a:solidFill>
                  <a:srgbClr val="000000"/>
                </a:solidFill>
                <a:latin typeface="Arial"/>
                <a:ea typeface="Arial"/>
                <a:cs typeface="Arial"/>
                <a:sym typeface="Arial"/>
              </a:rPr>
              <a:t>events</a:t>
            </a:r>
            <a:r>
              <a:rPr b="0" i="0" lang="en-US" sz="1400" u="none" cap="none" strike="noStrike">
                <a:solidFill>
                  <a:srgbClr val="000000"/>
                </a:solidFill>
                <a:latin typeface="Arial"/>
                <a:ea typeface="Arial"/>
                <a:cs typeface="Arial"/>
                <a:sym typeface="Arial"/>
              </a:rPr>
              <a:t>.</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6"/>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Types of UML diagrams</a:t>
            </a:r>
            <a:endParaRPr/>
          </a:p>
        </p:txBody>
      </p:sp>
      <p:pic>
        <p:nvPicPr>
          <p:cNvPr id="217" name="Google Shape;217;p46"/>
          <p:cNvPicPr preferRelativeResize="0"/>
          <p:nvPr/>
        </p:nvPicPr>
        <p:blipFill rotWithShape="1">
          <a:blip r:embed="rId3">
            <a:alphaModFix/>
          </a:blip>
          <a:srcRect b="0" l="0" r="0" t="0"/>
          <a:stretch/>
        </p:blipFill>
        <p:spPr>
          <a:xfrm>
            <a:off x="370580" y="1168399"/>
            <a:ext cx="8773420" cy="4129570"/>
          </a:xfrm>
          <a:prstGeom prst="rect">
            <a:avLst/>
          </a:prstGeom>
          <a:noFill/>
          <a:ln>
            <a:noFill/>
          </a:ln>
        </p:spPr>
      </p:pic>
      <p:sp>
        <p:nvSpPr>
          <p:cNvPr id="218" name="Google Shape;218;p46"/>
          <p:cNvSpPr/>
          <p:nvPr/>
        </p:nvSpPr>
        <p:spPr>
          <a:xfrm>
            <a:off x="2888343" y="3374571"/>
            <a:ext cx="957943" cy="558800"/>
          </a:xfrm>
          <a:prstGeom prst="rect">
            <a:avLst/>
          </a:prstGeom>
          <a:no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19" name="Google Shape;219;p46"/>
          <p:cNvSpPr/>
          <p:nvPr/>
        </p:nvSpPr>
        <p:spPr>
          <a:xfrm>
            <a:off x="4216401" y="2815771"/>
            <a:ext cx="957943" cy="558800"/>
          </a:xfrm>
          <a:prstGeom prst="rect">
            <a:avLst/>
          </a:prstGeom>
          <a:no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0" name="Google Shape;220;p46"/>
          <p:cNvSpPr/>
          <p:nvPr/>
        </p:nvSpPr>
        <p:spPr>
          <a:xfrm>
            <a:off x="537029" y="4165600"/>
            <a:ext cx="1219200" cy="558800"/>
          </a:xfrm>
          <a:prstGeom prst="rect">
            <a:avLst/>
          </a:prstGeom>
          <a:no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1" name="Google Shape;221;p46"/>
          <p:cNvSpPr/>
          <p:nvPr/>
        </p:nvSpPr>
        <p:spPr>
          <a:xfrm>
            <a:off x="1857827" y="4114800"/>
            <a:ext cx="979715" cy="558800"/>
          </a:xfrm>
          <a:prstGeom prst="rect">
            <a:avLst/>
          </a:prstGeom>
          <a:no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Use Case Diagrams</a:t>
            </a:r>
            <a:endParaRPr/>
          </a:p>
        </p:txBody>
      </p:sp>
      <p:sp>
        <p:nvSpPr>
          <p:cNvPr id="227" name="Google Shape;227;p3"/>
          <p:cNvSpPr txBox="1"/>
          <p:nvPr>
            <p:ph idx="1" type="body"/>
          </p:nvPr>
        </p:nvSpPr>
        <p:spPr>
          <a:xfrm>
            <a:off x="628650" y="752815"/>
            <a:ext cx="7886700" cy="4960484"/>
          </a:xfrm>
          <a:prstGeom prst="rect">
            <a:avLst/>
          </a:prstGeom>
          <a:noFill/>
          <a:ln>
            <a:noFill/>
          </a:ln>
        </p:spPr>
        <p:txBody>
          <a:bodyPr anchorCtr="0" anchor="t" bIns="45700" lIns="91425" spcFirstLastPara="1" rIns="91425" wrap="square" tIns="45700">
            <a:noAutofit/>
          </a:bodyPr>
          <a:lstStyle/>
          <a:p>
            <a:pPr indent="-342900" lvl="0" marL="457200" rtl="0" algn="l">
              <a:lnSpc>
                <a:spcPct val="90000"/>
              </a:lnSpc>
              <a:spcBef>
                <a:spcPts val="750"/>
              </a:spcBef>
              <a:spcAft>
                <a:spcPts val="0"/>
              </a:spcAft>
              <a:buSzPts val="1800"/>
              <a:buChar char="•"/>
            </a:pPr>
            <a:r>
              <a:rPr lang="en-US" sz="1900"/>
              <a:t>Use Case Diagrams are used to depict the functionality of a system or a part of a system. Use case diagrams describe what a system does from the standpoint of an external observer. The emphasis is on </a:t>
            </a:r>
            <a:r>
              <a:rPr b="1" lang="en-US" sz="1900"/>
              <a:t>what</a:t>
            </a:r>
            <a:r>
              <a:rPr lang="en-US" sz="1900"/>
              <a:t> a system does rather than </a:t>
            </a:r>
            <a:r>
              <a:rPr b="1" lang="en-US" sz="1900"/>
              <a:t>how</a:t>
            </a:r>
            <a:r>
              <a:rPr lang="en-US" sz="1900"/>
              <a:t>.</a:t>
            </a:r>
            <a:endParaRPr/>
          </a:p>
          <a:p>
            <a:pPr indent="-228600" lvl="0" marL="457200" rtl="0" algn="l">
              <a:lnSpc>
                <a:spcPct val="100000"/>
              </a:lnSpc>
              <a:spcBef>
                <a:spcPts val="750"/>
              </a:spcBef>
              <a:spcAft>
                <a:spcPts val="0"/>
              </a:spcAft>
              <a:buSzPts val="1800"/>
              <a:buNone/>
            </a:pPr>
            <a:r>
              <a:t/>
            </a:r>
            <a:endParaRPr sz="1900"/>
          </a:p>
          <a:p>
            <a:pPr indent="-342900" lvl="0" marL="457200" rtl="0" algn="l">
              <a:lnSpc>
                <a:spcPct val="90000"/>
              </a:lnSpc>
              <a:spcBef>
                <a:spcPts val="750"/>
              </a:spcBef>
              <a:spcAft>
                <a:spcPts val="0"/>
              </a:spcAft>
              <a:buSzPts val="1800"/>
              <a:buChar char="•"/>
            </a:pPr>
            <a:r>
              <a:rPr lang="en-US" sz="1900"/>
              <a:t>They are widely used to illustrate the functional requirements of the system and its interaction with external agents(actors). Illustrates the </a:t>
            </a:r>
            <a:r>
              <a:rPr b="1" lang="en-US" sz="1900"/>
              <a:t>activities</a:t>
            </a:r>
            <a:r>
              <a:rPr lang="en-US" sz="1900"/>
              <a:t> that are performed by the users of the system.</a:t>
            </a:r>
            <a:endParaRPr/>
          </a:p>
          <a:p>
            <a:pPr indent="-228600" lvl="0" marL="457200" rtl="0" algn="l">
              <a:lnSpc>
                <a:spcPct val="90000"/>
              </a:lnSpc>
              <a:spcBef>
                <a:spcPts val="750"/>
              </a:spcBef>
              <a:spcAft>
                <a:spcPts val="0"/>
              </a:spcAft>
              <a:buSzPts val="1800"/>
              <a:buNone/>
            </a:pPr>
            <a:r>
              <a:t/>
            </a:r>
            <a:endParaRPr sz="1900"/>
          </a:p>
          <a:p>
            <a:pPr indent="-342900" lvl="0" marL="457200" rtl="0" algn="l">
              <a:lnSpc>
                <a:spcPct val="90000"/>
              </a:lnSpc>
              <a:spcBef>
                <a:spcPts val="750"/>
              </a:spcBef>
              <a:spcAft>
                <a:spcPts val="0"/>
              </a:spcAft>
              <a:buSzPts val="1800"/>
              <a:buChar char="•"/>
            </a:pPr>
            <a:r>
              <a:rPr lang="en-US" sz="1900"/>
              <a:t>A use case is basically a diagram representing different </a:t>
            </a:r>
            <a:r>
              <a:rPr b="1" lang="en-US" sz="1900"/>
              <a:t>scenarios</a:t>
            </a:r>
            <a:r>
              <a:rPr lang="en-US" sz="1900"/>
              <a:t> where the system can be used. A formal way of representing how a business system interacts with its environment.</a:t>
            </a:r>
            <a:endParaRPr/>
          </a:p>
          <a:p>
            <a:pPr indent="-228600" lvl="0" marL="457200" rtl="0" algn="l">
              <a:lnSpc>
                <a:spcPct val="90000"/>
              </a:lnSpc>
              <a:spcBef>
                <a:spcPts val="750"/>
              </a:spcBef>
              <a:spcAft>
                <a:spcPts val="0"/>
              </a:spcAft>
              <a:buSzPts val="1800"/>
              <a:buNone/>
            </a:pPr>
            <a:r>
              <a:t/>
            </a:r>
            <a:endParaRPr sz="1900"/>
          </a:p>
          <a:p>
            <a:pPr indent="-342900" lvl="0" marL="457200" rtl="0" algn="l">
              <a:lnSpc>
                <a:spcPct val="90000"/>
              </a:lnSpc>
              <a:spcBef>
                <a:spcPts val="750"/>
              </a:spcBef>
              <a:spcAft>
                <a:spcPts val="0"/>
              </a:spcAft>
              <a:buSzPts val="1800"/>
              <a:buChar char="•"/>
            </a:pPr>
            <a:r>
              <a:rPr lang="en-US" sz="1900"/>
              <a:t>A use case diagram gives us a high-level view of what the system or a part of the system does without going into implementation details.</a:t>
            </a:r>
            <a:endParaRPr/>
          </a:p>
          <a:p>
            <a:pPr indent="-228600" lvl="0" marL="457200" rtl="0" algn="l">
              <a:lnSpc>
                <a:spcPct val="90000"/>
              </a:lnSpc>
              <a:spcBef>
                <a:spcPts val="750"/>
              </a:spcBef>
              <a:spcAft>
                <a:spcPts val="0"/>
              </a:spcAft>
              <a:buSzPts val="1800"/>
              <a:buNone/>
            </a:pPr>
            <a:r>
              <a:t/>
            </a:r>
            <a:endParaRPr sz="1900"/>
          </a:p>
          <a:p>
            <a:pPr indent="-342900" lvl="0" marL="457200" rtl="0" algn="l">
              <a:lnSpc>
                <a:spcPct val="90000"/>
              </a:lnSpc>
              <a:spcBef>
                <a:spcPts val="750"/>
              </a:spcBef>
              <a:spcAft>
                <a:spcPts val="0"/>
              </a:spcAft>
              <a:buSzPts val="1800"/>
              <a:buChar char="•"/>
            </a:pPr>
            <a:r>
              <a:rPr lang="en-US" sz="1900"/>
              <a:t>A sequence of </a:t>
            </a:r>
            <a:r>
              <a:rPr b="1" lang="en-US" sz="1900"/>
              <a:t>actions</a:t>
            </a:r>
            <a:r>
              <a:rPr lang="en-US" sz="1900"/>
              <a:t> a system performs that yields a valuable result for a particular actor.</a:t>
            </a:r>
            <a:endParaRPr sz="1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7"/>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Use Case Diagrams</a:t>
            </a:r>
            <a:endParaRPr/>
          </a:p>
        </p:txBody>
      </p:sp>
      <p:pic>
        <p:nvPicPr>
          <p:cNvPr id="233" name="Google Shape;233;p47"/>
          <p:cNvPicPr preferRelativeResize="0"/>
          <p:nvPr/>
        </p:nvPicPr>
        <p:blipFill rotWithShape="1">
          <a:blip r:embed="rId3">
            <a:alphaModFix/>
          </a:blip>
          <a:srcRect b="0" l="0" r="0" t="0"/>
          <a:stretch/>
        </p:blipFill>
        <p:spPr>
          <a:xfrm>
            <a:off x="0" y="1140716"/>
            <a:ext cx="9144000" cy="4576567"/>
          </a:xfrm>
          <a:prstGeom prst="rect">
            <a:avLst/>
          </a:prstGeom>
          <a:noFill/>
          <a:ln>
            <a:noFill/>
          </a:ln>
        </p:spPr>
      </p:pic>
      <p:sp>
        <p:nvSpPr>
          <p:cNvPr id="234" name="Google Shape;234;p47"/>
          <p:cNvSpPr txBox="1"/>
          <p:nvPr/>
        </p:nvSpPr>
        <p:spPr>
          <a:xfrm>
            <a:off x="221343" y="6083627"/>
            <a:ext cx="644071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Online tool for drawing use case diagram: </a:t>
            </a:r>
            <a:r>
              <a:rPr b="0" i="0" lang="en-US" sz="1400" u="sng" cap="none" strike="noStrike">
                <a:solidFill>
                  <a:srgbClr val="000000"/>
                </a:solidFill>
                <a:latin typeface="Arial"/>
                <a:ea typeface="Arial"/>
                <a:cs typeface="Arial"/>
                <a:sym typeface="Arial"/>
                <a:hlinkClick r:id="rId4">
                  <a:extLst>
                    <a:ext uri="{A12FA001-AC4F-418D-AE19-62706E023703}">
                      <ahyp:hlinkClr val="tx"/>
                    </a:ext>
                  </a:extLst>
                </a:hlinkClick>
              </a:rPr>
              <a:t>https://www.lucidchart.com/pages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8"/>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Use Case Diagrams</a:t>
            </a:r>
            <a:endParaRPr/>
          </a:p>
        </p:txBody>
      </p:sp>
      <p:sp>
        <p:nvSpPr>
          <p:cNvPr id="240" name="Google Shape;240;p48"/>
          <p:cNvSpPr txBox="1"/>
          <p:nvPr/>
        </p:nvSpPr>
        <p:spPr>
          <a:xfrm>
            <a:off x="221343" y="6083627"/>
            <a:ext cx="644071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Online tool for drawing use case diagram: </a:t>
            </a:r>
            <a:r>
              <a:rPr b="0" i="0" lang="en-US" sz="1400" u="sng" cap="none" strike="noStrike">
                <a:solidFill>
                  <a:srgbClr val="000000"/>
                </a:solidFill>
                <a:latin typeface="Arial"/>
                <a:ea typeface="Arial"/>
                <a:cs typeface="Arial"/>
                <a:sym typeface="Arial"/>
                <a:hlinkClick r:id="rId3">
                  <a:extLst>
                    <a:ext uri="{A12FA001-AC4F-418D-AE19-62706E023703}">
                      <ahyp:hlinkClr val="tx"/>
                    </a:ext>
                  </a:extLst>
                </a:hlinkClick>
              </a:rPr>
              <a:t>https://www.lucidchart.com/pages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41" name="Google Shape;241;p48"/>
          <p:cNvPicPr preferRelativeResize="0"/>
          <p:nvPr/>
        </p:nvPicPr>
        <p:blipFill rotWithShape="1">
          <a:blip r:embed="rId4">
            <a:alphaModFix/>
          </a:blip>
          <a:srcRect b="0" l="0" r="0" t="0"/>
          <a:stretch/>
        </p:blipFill>
        <p:spPr>
          <a:xfrm>
            <a:off x="272176" y="1276940"/>
            <a:ext cx="8599648" cy="430411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9"/>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Use Case Diagrams</a:t>
            </a:r>
            <a:endParaRPr/>
          </a:p>
        </p:txBody>
      </p:sp>
      <p:sp>
        <p:nvSpPr>
          <p:cNvPr id="247" name="Google Shape;247;p49"/>
          <p:cNvSpPr txBox="1"/>
          <p:nvPr/>
        </p:nvSpPr>
        <p:spPr>
          <a:xfrm>
            <a:off x="221343" y="6083627"/>
            <a:ext cx="644071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Online tool for drawing use case diagram: </a:t>
            </a:r>
            <a:r>
              <a:rPr b="0" i="0" lang="en-US" sz="1400" u="sng" cap="none" strike="noStrike">
                <a:solidFill>
                  <a:srgbClr val="000000"/>
                </a:solidFill>
                <a:latin typeface="Arial"/>
                <a:ea typeface="Arial"/>
                <a:cs typeface="Arial"/>
                <a:sym typeface="Arial"/>
                <a:hlinkClick r:id="rId3">
                  <a:extLst>
                    <a:ext uri="{A12FA001-AC4F-418D-AE19-62706E023703}">
                      <ahyp:hlinkClr val="tx"/>
                    </a:ext>
                  </a:extLst>
                </a:hlinkClick>
              </a:rPr>
              <a:t>https://www.lucidchart.com/pages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48" name="Google Shape;248;p49"/>
          <p:cNvPicPr preferRelativeResize="0"/>
          <p:nvPr/>
        </p:nvPicPr>
        <p:blipFill rotWithShape="1">
          <a:blip r:embed="rId4">
            <a:alphaModFix/>
          </a:blip>
          <a:srcRect b="0" l="0" r="0" t="0"/>
          <a:stretch/>
        </p:blipFill>
        <p:spPr>
          <a:xfrm>
            <a:off x="119902" y="1311563"/>
            <a:ext cx="8802645" cy="440571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50"/>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Use Case Diagrams</a:t>
            </a:r>
            <a:endParaRPr/>
          </a:p>
        </p:txBody>
      </p:sp>
      <p:sp>
        <p:nvSpPr>
          <p:cNvPr id="254" name="Google Shape;254;p50"/>
          <p:cNvSpPr txBox="1"/>
          <p:nvPr/>
        </p:nvSpPr>
        <p:spPr>
          <a:xfrm>
            <a:off x="221343" y="6083627"/>
            <a:ext cx="644071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Online tool for drawing use case diagram: </a:t>
            </a:r>
            <a:r>
              <a:rPr b="0" i="0" lang="en-US" sz="1400" u="sng" cap="none" strike="noStrike">
                <a:solidFill>
                  <a:srgbClr val="000000"/>
                </a:solidFill>
                <a:latin typeface="Arial"/>
                <a:ea typeface="Arial"/>
                <a:cs typeface="Arial"/>
                <a:sym typeface="Arial"/>
                <a:hlinkClick r:id="rId3">
                  <a:extLst>
                    <a:ext uri="{A12FA001-AC4F-418D-AE19-62706E023703}">
                      <ahyp:hlinkClr val="tx"/>
                    </a:ext>
                  </a:extLst>
                </a:hlinkClick>
              </a:rPr>
              <a:t>https://www.lucidchart.com/pages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55" name="Google Shape;255;p50"/>
          <p:cNvPicPr preferRelativeResize="0"/>
          <p:nvPr/>
        </p:nvPicPr>
        <p:blipFill rotWithShape="1">
          <a:blip r:embed="rId4">
            <a:alphaModFix/>
          </a:blip>
          <a:srcRect b="0" l="0" r="0" t="0"/>
          <a:stretch/>
        </p:blipFill>
        <p:spPr>
          <a:xfrm>
            <a:off x="175161" y="1298036"/>
            <a:ext cx="8515350" cy="426192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7"/>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Actors</a:t>
            </a:r>
            <a:endParaRPr/>
          </a:p>
        </p:txBody>
      </p:sp>
      <p:sp>
        <p:nvSpPr>
          <p:cNvPr id="261" name="Google Shape;261;p7"/>
          <p:cNvSpPr txBox="1"/>
          <p:nvPr>
            <p:ph idx="1" type="body"/>
          </p:nvPr>
        </p:nvSpPr>
        <p:spPr>
          <a:xfrm>
            <a:off x="628650" y="1216479"/>
            <a:ext cx="6586165" cy="4960484"/>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3200"/>
              <a:buChar char="•"/>
            </a:pPr>
            <a:r>
              <a:rPr lang="en-US" sz="3200"/>
              <a:t>An Actor is outside or external the system.</a:t>
            </a:r>
            <a:endParaRPr/>
          </a:p>
          <a:p>
            <a:pPr indent="-171450" lvl="0" marL="171450" rtl="0" algn="l">
              <a:lnSpc>
                <a:spcPct val="90000"/>
              </a:lnSpc>
              <a:spcBef>
                <a:spcPts val="750"/>
              </a:spcBef>
              <a:spcAft>
                <a:spcPts val="0"/>
              </a:spcAft>
              <a:buClr>
                <a:schemeClr val="dk1"/>
              </a:buClr>
              <a:buSzPts val="3200"/>
              <a:buChar char="•"/>
            </a:pPr>
            <a:r>
              <a:rPr lang="en-US" sz="3200"/>
              <a:t>It can be a:</a:t>
            </a:r>
            <a:endParaRPr/>
          </a:p>
          <a:p>
            <a:pPr indent="-177800" lvl="1" marL="514350" rtl="0" algn="l">
              <a:lnSpc>
                <a:spcPct val="90000"/>
              </a:lnSpc>
              <a:spcBef>
                <a:spcPts val="375"/>
              </a:spcBef>
              <a:spcAft>
                <a:spcPts val="0"/>
              </a:spcAft>
              <a:buClr>
                <a:schemeClr val="dk1"/>
              </a:buClr>
              <a:buSzPts val="2800"/>
              <a:buChar char="ꟷ"/>
            </a:pPr>
            <a:r>
              <a:rPr lang="en-US" sz="2800"/>
              <a:t>Human</a:t>
            </a:r>
            <a:endParaRPr/>
          </a:p>
          <a:p>
            <a:pPr indent="-177800" lvl="1" marL="514350" rtl="0" algn="l">
              <a:lnSpc>
                <a:spcPct val="90000"/>
              </a:lnSpc>
              <a:spcBef>
                <a:spcPts val="375"/>
              </a:spcBef>
              <a:spcAft>
                <a:spcPts val="0"/>
              </a:spcAft>
              <a:buClr>
                <a:schemeClr val="dk1"/>
              </a:buClr>
              <a:buSzPts val="2800"/>
              <a:buChar char="ꟷ"/>
            </a:pPr>
            <a:r>
              <a:rPr lang="en-US" sz="2800"/>
              <a:t>Peripheral device (hardware)</a:t>
            </a:r>
            <a:endParaRPr/>
          </a:p>
          <a:p>
            <a:pPr indent="-177800" lvl="1" marL="514350" rtl="0" algn="l">
              <a:lnSpc>
                <a:spcPct val="90000"/>
              </a:lnSpc>
              <a:spcBef>
                <a:spcPts val="375"/>
              </a:spcBef>
              <a:spcAft>
                <a:spcPts val="0"/>
              </a:spcAft>
              <a:buClr>
                <a:schemeClr val="dk1"/>
              </a:buClr>
              <a:buSzPts val="2800"/>
              <a:buChar char="ꟷ"/>
            </a:pPr>
            <a:r>
              <a:rPr lang="en-US" sz="2800"/>
              <a:t>External system or subsystem</a:t>
            </a:r>
            <a:endParaRPr/>
          </a:p>
          <a:p>
            <a:pPr indent="-177800" lvl="1" marL="514350" rtl="0" algn="l">
              <a:lnSpc>
                <a:spcPct val="90000"/>
              </a:lnSpc>
              <a:spcBef>
                <a:spcPts val="375"/>
              </a:spcBef>
              <a:spcAft>
                <a:spcPts val="0"/>
              </a:spcAft>
              <a:buClr>
                <a:schemeClr val="dk1"/>
              </a:buClr>
              <a:buSzPts val="2800"/>
              <a:buChar char="ꟷ"/>
            </a:pPr>
            <a:r>
              <a:rPr lang="en-US" sz="2800"/>
              <a:t>Time or time-based event</a:t>
            </a:r>
            <a:endParaRPr/>
          </a:p>
          <a:p>
            <a:pPr indent="0" lvl="1" marL="514350" rtl="0" algn="l">
              <a:lnSpc>
                <a:spcPct val="90000"/>
              </a:lnSpc>
              <a:spcBef>
                <a:spcPts val="375"/>
              </a:spcBef>
              <a:spcAft>
                <a:spcPts val="0"/>
              </a:spcAft>
              <a:buClr>
                <a:schemeClr val="dk1"/>
              </a:buClr>
              <a:buSzPts val="2800"/>
              <a:buNone/>
            </a:pPr>
            <a:r>
              <a:t/>
            </a:r>
            <a:endParaRPr sz="2800"/>
          </a:p>
          <a:p>
            <a:pPr indent="-171450" lvl="0" marL="171450" rtl="0" algn="l">
              <a:lnSpc>
                <a:spcPct val="90000"/>
              </a:lnSpc>
              <a:spcBef>
                <a:spcPts val="750"/>
              </a:spcBef>
              <a:spcAft>
                <a:spcPts val="0"/>
              </a:spcAft>
              <a:buClr>
                <a:schemeClr val="dk1"/>
              </a:buClr>
              <a:buSzPts val="3200"/>
              <a:buChar char="•"/>
            </a:pPr>
            <a:r>
              <a:rPr lang="en-US" sz="3200"/>
              <a:t>Represented by stick figure with name below</a:t>
            </a:r>
            <a:endParaRPr sz="3200"/>
          </a:p>
        </p:txBody>
      </p:sp>
      <p:grpSp>
        <p:nvGrpSpPr>
          <p:cNvPr id="262" name="Google Shape;262;p7"/>
          <p:cNvGrpSpPr/>
          <p:nvPr/>
        </p:nvGrpSpPr>
        <p:grpSpPr>
          <a:xfrm>
            <a:off x="7391400" y="4038600"/>
            <a:ext cx="841316" cy="1990159"/>
            <a:chOff x="4254" y="2630"/>
            <a:chExt cx="528" cy="1249"/>
          </a:xfrm>
        </p:grpSpPr>
        <p:cxnSp>
          <p:nvCxnSpPr>
            <p:cNvPr id="263" name="Google Shape;263;p7"/>
            <p:cNvCxnSpPr/>
            <p:nvPr/>
          </p:nvCxnSpPr>
          <p:spPr>
            <a:xfrm>
              <a:off x="4493" y="2917"/>
              <a:ext cx="1" cy="762"/>
            </a:xfrm>
            <a:prstGeom prst="straightConnector1">
              <a:avLst/>
            </a:prstGeom>
            <a:noFill/>
            <a:ln cap="flat" cmpd="sng" w="39675">
              <a:solidFill>
                <a:srgbClr val="000000"/>
              </a:solidFill>
              <a:prstDash val="solid"/>
              <a:round/>
              <a:headEnd len="sm" w="sm" type="none"/>
              <a:tailEnd len="sm" w="sm" type="none"/>
            </a:ln>
          </p:spPr>
        </p:cxnSp>
        <p:sp>
          <p:nvSpPr>
            <p:cNvPr id="264" name="Google Shape;264;p7"/>
            <p:cNvSpPr/>
            <p:nvPr/>
          </p:nvSpPr>
          <p:spPr>
            <a:xfrm>
              <a:off x="4350" y="2630"/>
              <a:ext cx="303" cy="286"/>
            </a:xfrm>
            <a:prstGeom prst="ellipse">
              <a:avLst/>
            </a:prstGeom>
            <a:solidFill>
              <a:srgbClr val="D3EFC5"/>
            </a:solidFill>
            <a:ln cap="flat" cmpd="sng" w="396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cxnSp>
          <p:nvCxnSpPr>
            <p:cNvPr id="265" name="Google Shape;265;p7"/>
            <p:cNvCxnSpPr/>
            <p:nvPr/>
          </p:nvCxnSpPr>
          <p:spPr>
            <a:xfrm>
              <a:off x="4254" y="3204"/>
              <a:ext cx="528" cy="1"/>
            </a:xfrm>
            <a:prstGeom prst="straightConnector1">
              <a:avLst/>
            </a:prstGeom>
            <a:noFill/>
            <a:ln cap="flat" cmpd="sng" w="39675">
              <a:solidFill>
                <a:srgbClr val="000000"/>
              </a:solidFill>
              <a:prstDash val="solid"/>
              <a:round/>
              <a:headEnd len="sm" w="sm" type="none"/>
              <a:tailEnd len="sm" w="sm" type="none"/>
            </a:ln>
          </p:spPr>
        </p:cxnSp>
        <p:cxnSp>
          <p:nvCxnSpPr>
            <p:cNvPr id="266" name="Google Shape;266;p7"/>
            <p:cNvCxnSpPr/>
            <p:nvPr/>
          </p:nvCxnSpPr>
          <p:spPr>
            <a:xfrm flipH="1">
              <a:off x="4285" y="3658"/>
              <a:ext cx="201" cy="191"/>
            </a:xfrm>
            <a:prstGeom prst="straightConnector1">
              <a:avLst/>
            </a:prstGeom>
            <a:noFill/>
            <a:ln cap="flat" cmpd="sng" w="39675">
              <a:solidFill>
                <a:srgbClr val="000000"/>
              </a:solidFill>
              <a:prstDash val="solid"/>
              <a:round/>
              <a:headEnd len="sm" w="sm" type="none"/>
              <a:tailEnd len="sm" w="sm" type="none"/>
            </a:ln>
          </p:spPr>
        </p:cxnSp>
        <p:cxnSp>
          <p:nvCxnSpPr>
            <p:cNvPr id="267" name="Google Shape;267;p7"/>
            <p:cNvCxnSpPr/>
            <p:nvPr/>
          </p:nvCxnSpPr>
          <p:spPr>
            <a:xfrm>
              <a:off x="4502" y="3664"/>
              <a:ext cx="200" cy="215"/>
            </a:xfrm>
            <a:prstGeom prst="straightConnector1">
              <a:avLst/>
            </a:prstGeom>
            <a:noFill/>
            <a:ln cap="flat" cmpd="sng" w="39675">
              <a:solidFill>
                <a:srgbClr val="000000"/>
              </a:solidFill>
              <a:prstDash val="solid"/>
              <a:round/>
              <a:headEnd len="sm" w="sm" type="none"/>
              <a:tailEnd len="sm" w="sm" type="none"/>
            </a:ln>
          </p:spPr>
        </p:cxnSp>
      </p:grpSp>
      <p:sp>
        <p:nvSpPr>
          <p:cNvPr id="268" name="Google Shape;268;p7"/>
          <p:cNvSpPr/>
          <p:nvPr/>
        </p:nvSpPr>
        <p:spPr>
          <a:xfrm>
            <a:off x="7483350" y="6038463"/>
            <a:ext cx="718145"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Patient</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Actors and stakeholders</a:t>
            </a:r>
            <a:endParaRPr/>
          </a:p>
        </p:txBody>
      </p:sp>
      <p:sp>
        <p:nvSpPr>
          <p:cNvPr id="274" name="Google Shape;274;p4"/>
          <p:cNvSpPr txBox="1"/>
          <p:nvPr>
            <p:ph idx="1" type="body"/>
          </p:nvPr>
        </p:nvSpPr>
        <p:spPr>
          <a:xfrm>
            <a:off x="628650" y="1100316"/>
            <a:ext cx="7886700" cy="5076647"/>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800"/>
              <a:buChar char="•"/>
            </a:pPr>
            <a:r>
              <a:rPr lang="en-US" sz="2800"/>
              <a:t>What is an actor?  A primary actor?</a:t>
            </a:r>
            <a:endParaRPr/>
          </a:p>
          <a:p>
            <a:pPr indent="6350" lvl="0" marL="171450" rtl="0" algn="l">
              <a:lnSpc>
                <a:spcPct val="90000"/>
              </a:lnSpc>
              <a:spcBef>
                <a:spcPts val="0"/>
              </a:spcBef>
              <a:spcAft>
                <a:spcPts val="0"/>
              </a:spcAft>
              <a:buClr>
                <a:schemeClr val="dk1"/>
              </a:buClr>
              <a:buSzPts val="2800"/>
              <a:buNone/>
            </a:pPr>
            <a:r>
              <a:t/>
            </a:r>
            <a:endParaRPr sz="2800"/>
          </a:p>
          <a:p>
            <a:pPr indent="6350" lvl="0" marL="171450" rtl="0" algn="l">
              <a:lnSpc>
                <a:spcPct val="90000"/>
              </a:lnSpc>
              <a:spcBef>
                <a:spcPts val="0"/>
              </a:spcBef>
              <a:spcAft>
                <a:spcPts val="0"/>
              </a:spcAft>
              <a:buClr>
                <a:schemeClr val="dk1"/>
              </a:buClr>
              <a:buSzPts val="2800"/>
              <a:buNone/>
            </a:pPr>
            <a:r>
              <a:t/>
            </a:r>
            <a:endParaRPr/>
          </a:p>
          <a:p>
            <a:pPr indent="0" lvl="0" marL="171450" rtl="0" algn="l">
              <a:lnSpc>
                <a:spcPct val="90000"/>
              </a:lnSpc>
              <a:spcBef>
                <a:spcPts val="750"/>
              </a:spcBef>
              <a:spcAft>
                <a:spcPts val="0"/>
              </a:spcAft>
              <a:buClr>
                <a:schemeClr val="dk1"/>
              </a:buClr>
              <a:buSzPts val="2800"/>
              <a:buNone/>
            </a:pPr>
            <a:r>
              <a:t/>
            </a:r>
            <a:endParaRPr sz="2800"/>
          </a:p>
          <a:p>
            <a:pPr indent="0" lvl="0" marL="171450" rtl="0" algn="l">
              <a:lnSpc>
                <a:spcPct val="90000"/>
              </a:lnSpc>
              <a:spcBef>
                <a:spcPts val="750"/>
              </a:spcBef>
              <a:spcAft>
                <a:spcPts val="0"/>
              </a:spcAft>
              <a:buClr>
                <a:schemeClr val="dk1"/>
              </a:buClr>
              <a:buSzPts val="2800"/>
              <a:buNone/>
            </a:pPr>
            <a:r>
              <a:t/>
            </a:r>
            <a:endParaRPr sz="2800"/>
          </a:p>
          <a:p>
            <a:pPr indent="0" lvl="0" marL="171450" rtl="0" algn="l">
              <a:lnSpc>
                <a:spcPct val="90000"/>
              </a:lnSpc>
              <a:spcBef>
                <a:spcPts val="750"/>
              </a:spcBef>
              <a:spcAft>
                <a:spcPts val="0"/>
              </a:spcAft>
              <a:buClr>
                <a:schemeClr val="dk1"/>
              </a:buClr>
              <a:buSzPts val="2800"/>
              <a:buNone/>
            </a:pPr>
            <a:r>
              <a:t/>
            </a:r>
            <a:endParaRPr sz="2800"/>
          </a:p>
          <a:p>
            <a:pPr indent="0" lvl="0" marL="171450" rtl="0" algn="l">
              <a:lnSpc>
                <a:spcPct val="90000"/>
              </a:lnSpc>
              <a:spcBef>
                <a:spcPts val="750"/>
              </a:spcBef>
              <a:spcAft>
                <a:spcPts val="0"/>
              </a:spcAft>
              <a:buClr>
                <a:schemeClr val="dk1"/>
              </a:buClr>
              <a:buSzPts val="2800"/>
              <a:buNone/>
            </a:pPr>
            <a:r>
              <a:t/>
            </a:r>
            <a:endParaRPr sz="2800"/>
          </a:p>
          <a:p>
            <a:pPr indent="-171450" lvl="0" marL="171450" rtl="0" algn="l">
              <a:lnSpc>
                <a:spcPct val="90000"/>
              </a:lnSpc>
              <a:spcBef>
                <a:spcPts val="750"/>
              </a:spcBef>
              <a:spcAft>
                <a:spcPts val="0"/>
              </a:spcAft>
              <a:buClr>
                <a:schemeClr val="dk1"/>
              </a:buClr>
              <a:buSzPts val="2800"/>
              <a:buChar char="•"/>
            </a:pPr>
            <a:r>
              <a:rPr lang="en-US" sz="2800"/>
              <a:t>What is the difference between an actor and a stakeholder?</a:t>
            </a:r>
            <a:endParaRPr sz="2800"/>
          </a:p>
        </p:txBody>
      </p:sp>
      <p:sp>
        <p:nvSpPr>
          <p:cNvPr id="275" name="Google Shape;275;p4"/>
          <p:cNvSpPr txBox="1"/>
          <p:nvPr>
            <p:ph idx="12" type="sldNum"/>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900"/>
              <a:buNone/>
            </a:pPr>
            <a:fld id="{00000000-1234-1234-1234-123412341234}" type="slidenum">
              <a:rPr b="0" i="0" lang="en-US" sz="900" u="none" cap="none" strike="noStrike">
                <a:solidFill>
                  <a:srgbClr val="888888"/>
                </a:solidFill>
                <a:latin typeface="Calibri"/>
                <a:ea typeface="Calibri"/>
                <a:cs typeface="Calibri"/>
                <a:sym typeface="Calibri"/>
              </a:rPr>
              <a:t>‹#›</a:t>
            </a:fld>
            <a:endParaRPr b="0" i="0" sz="900" u="none" cap="none" strike="noStrike">
              <a:solidFill>
                <a:srgbClr val="888888"/>
              </a:solidFill>
              <a:latin typeface="Calibri"/>
              <a:ea typeface="Calibri"/>
              <a:cs typeface="Calibri"/>
              <a:sym typeface="Calibri"/>
            </a:endParaRPr>
          </a:p>
        </p:txBody>
      </p:sp>
      <p:sp>
        <p:nvSpPr>
          <p:cNvPr id="276" name="Google Shape;276;p4"/>
          <p:cNvSpPr txBox="1"/>
          <p:nvPr/>
        </p:nvSpPr>
        <p:spPr>
          <a:xfrm>
            <a:off x="304800" y="1676400"/>
            <a:ext cx="8001000" cy="2318543"/>
          </a:xfrm>
          <a:prstGeom prst="rect">
            <a:avLst/>
          </a:prstGeom>
          <a:noFill/>
          <a:ln>
            <a:noFill/>
          </a:ln>
        </p:spPr>
        <p:txBody>
          <a:bodyPr anchorCtr="0" anchor="t" bIns="45700" lIns="91425" spcFirstLastPara="1" rIns="91425" wrap="square" tIns="45700">
            <a:spAutoFit/>
          </a:bodyPr>
          <a:lstStyle/>
          <a:p>
            <a:pPr indent="-285750" lvl="1" marL="742950" marR="0" rtl="0" algn="l">
              <a:lnSpc>
                <a:spcPct val="80000"/>
              </a:lnSpc>
              <a:spcBef>
                <a:spcPts val="0"/>
              </a:spcBef>
              <a:spcAft>
                <a:spcPts val="0"/>
              </a:spcAft>
              <a:buClr>
                <a:schemeClr val="hlink"/>
              </a:buClr>
              <a:buSzPts val="1100"/>
              <a:buFont typeface="Noto Sans Symbols"/>
              <a:buChar char="■"/>
            </a:pPr>
            <a:r>
              <a:rPr b="1" i="0" lang="en-US" sz="2000" u="none" cap="none" strike="noStrike">
                <a:solidFill>
                  <a:schemeClr val="dk1"/>
                </a:solidFill>
                <a:latin typeface="Calibri"/>
                <a:ea typeface="Calibri"/>
                <a:cs typeface="Calibri"/>
                <a:sym typeface="Calibri"/>
              </a:rPr>
              <a:t>actor</a:t>
            </a:r>
            <a:r>
              <a:rPr b="0" i="0" lang="en-US" sz="2000" u="none" cap="none" strike="noStrike">
                <a:solidFill>
                  <a:schemeClr val="dk1"/>
                </a:solidFill>
                <a:latin typeface="Calibri"/>
                <a:ea typeface="Calibri"/>
                <a:cs typeface="Calibri"/>
                <a:sym typeface="Calibri"/>
              </a:rPr>
              <a:t>: anything (people, other systems, devices, time) outside the system that interacts with it to achieve a goal, with behavior that acts on the system</a:t>
            </a:r>
            <a:endParaRPr b="0" i="0" sz="1400" u="none" cap="none" strike="noStrike">
              <a:solidFill>
                <a:srgbClr val="000000"/>
              </a:solidFill>
              <a:latin typeface="Arial"/>
              <a:ea typeface="Arial"/>
              <a:cs typeface="Arial"/>
              <a:sym typeface="Arial"/>
            </a:endParaRPr>
          </a:p>
          <a:p>
            <a:pPr indent="-285750" lvl="1" marL="742950" marR="0" rtl="0" algn="l">
              <a:lnSpc>
                <a:spcPct val="80000"/>
              </a:lnSpc>
              <a:spcBef>
                <a:spcPts val="1000"/>
              </a:spcBef>
              <a:spcAft>
                <a:spcPts val="0"/>
              </a:spcAft>
              <a:buClr>
                <a:schemeClr val="hlink"/>
              </a:buClr>
              <a:buSzPts val="1100"/>
              <a:buFont typeface="Noto Sans Symbols"/>
              <a:buChar char="■"/>
            </a:pPr>
            <a:r>
              <a:rPr b="1" i="0" lang="en-US" sz="2000" u="none" cap="none" strike="noStrike">
                <a:solidFill>
                  <a:schemeClr val="dk1"/>
                </a:solidFill>
                <a:latin typeface="Calibri"/>
                <a:ea typeface="Calibri"/>
                <a:cs typeface="Calibri"/>
                <a:sym typeface="Calibri"/>
              </a:rPr>
              <a:t>primary actor</a:t>
            </a:r>
            <a:r>
              <a:rPr b="0" i="0" lang="en-US" sz="2000" u="none" cap="none" strike="noStrike">
                <a:solidFill>
                  <a:schemeClr val="dk1"/>
                </a:solidFill>
                <a:latin typeface="Calibri"/>
                <a:ea typeface="Calibri"/>
                <a:cs typeface="Calibri"/>
                <a:sym typeface="Calibri"/>
              </a:rPr>
              <a:t>: initiates direct interaction to achieve a goal</a:t>
            </a:r>
            <a:br>
              <a:rPr b="0" i="0" lang="en-US" sz="2000" u="none" cap="none" strike="noStrike">
                <a:solidFill>
                  <a:schemeClr val="dk1"/>
                </a:solidFill>
                <a:latin typeface="Calibri"/>
                <a:ea typeface="Calibri"/>
                <a:cs typeface="Calibri"/>
                <a:sym typeface="Calibri"/>
              </a:rPr>
            </a:br>
            <a:r>
              <a:rPr b="0" i="0" lang="en-US" sz="2000" u="none" cap="none" strike="noStrike">
                <a:solidFill>
                  <a:schemeClr val="dk1"/>
                </a:solidFill>
                <a:latin typeface="Calibri"/>
                <a:ea typeface="Calibri"/>
                <a:cs typeface="Calibri"/>
                <a:sym typeface="Calibri"/>
              </a:rPr>
              <a:t>(when system is a software product, primary actor is often the computer user)</a:t>
            </a:r>
            <a:endParaRPr b="0" i="0" sz="1400" u="none" cap="none" strike="noStrike">
              <a:solidFill>
                <a:srgbClr val="000000"/>
              </a:solidFill>
              <a:latin typeface="Arial"/>
              <a:ea typeface="Arial"/>
              <a:cs typeface="Arial"/>
              <a:sym typeface="Arial"/>
            </a:endParaRPr>
          </a:p>
          <a:p>
            <a:pPr indent="-285750" lvl="1" marL="742950" marR="0" rtl="0" algn="l">
              <a:lnSpc>
                <a:spcPct val="80000"/>
              </a:lnSpc>
              <a:spcBef>
                <a:spcPts val="1000"/>
              </a:spcBef>
              <a:spcAft>
                <a:spcPts val="0"/>
              </a:spcAft>
              <a:buClr>
                <a:schemeClr val="hlink"/>
              </a:buClr>
              <a:buSzPts val="1100"/>
              <a:buFont typeface="Noto Sans Symbols"/>
              <a:buChar char="■"/>
            </a:pPr>
            <a:r>
              <a:rPr b="1" i="0" lang="en-US" sz="2000" u="none" cap="none" strike="noStrike">
                <a:solidFill>
                  <a:schemeClr val="dk1"/>
                </a:solidFill>
                <a:latin typeface="Calibri"/>
                <a:ea typeface="Calibri"/>
                <a:cs typeface="Calibri"/>
                <a:sym typeface="Calibri"/>
              </a:rPr>
              <a:t>supporting actor</a:t>
            </a:r>
            <a:r>
              <a:rPr b="0" i="0" lang="en-US" sz="2000" u="none" cap="none" strike="noStrike">
                <a:solidFill>
                  <a:schemeClr val="dk1"/>
                </a:solidFill>
                <a:latin typeface="Calibri"/>
                <a:ea typeface="Calibri"/>
                <a:cs typeface="Calibri"/>
                <a:sym typeface="Calibri"/>
              </a:rPr>
              <a:t>: performs sub-goals to help use case, provides services to the system but doesn't initiate the primary goal</a:t>
            </a:r>
            <a:endParaRPr b="0" i="0" sz="1400" u="none" cap="none" strike="noStrike">
              <a:solidFill>
                <a:srgbClr val="000000"/>
              </a:solidFill>
              <a:latin typeface="Arial"/>
              <a:ea typeface="Arial"/>
              <a:cs typeface="Arial"/>
              <a:sym typeface="Arial"/>
            </a:endParaRPr>
          </a:p>
        </p:txBody>
      </p:sp>
      <p:sp>
        <p:nvSpPr>
          <p:cNvPr id="277" name="Google Shape;277;p4"/>
          <p:cNvSpPr txBox="1"/>
          <p:nvPr/>
        </p:nvSpPr>
        <p:spPr>
          <a:xfrm>
            <a:off x="248686" y="5094467"/>
            <a:ext cx="8782828" cy="1261884"/>
          </a:xfrm>
          <a:prstGeom prst="rect">
            <a:avLst/>
          </a:prstGeom>
          <a:noFill/>
          <a:ln>
            <a:noFill/>
          </a:ln>
        </p:spPr>
        <p:txBody>
          <a:bodyPr anchorCtr="0" anchor="t" bIns="45700" lIns="91425" spcFirstLastPara="1" rIns="91425" wrap="square" tIns="45700">
            <a:spAutoFit/>
          </a:bodyPr>
          <a:lstStyle/>
          <a:p>
            <a:pPr indent="-285750" lvl="1" marL="742950" marR="0" rtl="0" algn="l">
              <a:lnSpc>
                <a:spcPct val="80000"/>
              </a:lnSpc>
              <a:spcBef>
                <a:spcPts val="0"/>
              </a:spcBef>
              <a:spcAft>
                <a:spcPts val="0"/>
              </a:spcAft>
              <a:buClr>
                <a:schemeClr val="hlink"/>
              </a:buClr>
              <a:buSzPts val="1100"/>
              <a:buFont typeface="Noto Sans Symbols"/>
              <a:buChar char="■"/>
            </a:pPr>
            <a:r>
              <a:rPr b="1" i="0" lang="en-US" sz="2000" u="none" cap="none" strike="noStrike">
                <a:solidFill>
                  <a:schemeClr val="dk1"/>
                </a:solidFill>
                <a:latin typeface="Calibri"/>
                <a:ea typeface="Calibri"/>
                <a:cs typeface="Calibri"/>
                <a:sym typeface="Calibri"/>
              </a:rPr>
              <a:t>stakeholder</a:t>
            </a:r>
            <a:r>
              <a:rPr b="0" i="0" lang="en-US" sz="2000" u="none" cap="none" strike="noStrike">
                <a:solidFill>
                  <a:schemeClr val="dk1"/>
                </a:solidFill>
                <a:latin typeface="Calibri"/>
                <a:ea typeface="Calibri"/>
                <a:cs typeface="Calibri"/>
                <a:sym typeface="Calibri"/>
              </a:rPr>
              <a:t>: anyone interested in the system</a:t>
            </a:r>
            <a:endParaRPr b="0" i="0" sz="1400" u="none" cap="none" strike="noStrike">
              <a:solidFill>
                <a:srgbClr val="000000"/>
              </a:solidFill>
              <a:latin typeface="Arial"/>
              <a:ea typeface="Arial"/>
              <a:cs typeface="Arial"/>
              <a:sym typeface="Arial"/>
            </a:endParaRPr>
          </a:p>
          <a:p>
            <a:pPr indent="-285750" lvl="2" marL="1200150" marR="0" rtl="0" algn="l">
              <a:lnSpc>
                <a:spcPct val="80000"/>
              </a:lnSpc>
              <a:spcBef>
                <a:spcPts val="400"/>
              </a:spcBef>
              <a:spcAft>
                <a:spcPts val="0"/>
              </a:spcAft>
              <a:buClr>
                <a:schemeClr val="hlink"/>
              </a:buClr>
              <a:buSzPts val="1100"/>
              <a:buFont typeface="Noto Sans Symbols"/>
              <a:buChar char="■"/>
            </a:pPr>
            <a:r>
              <a:rPr b="0" i="0" lang="en-US" sz="2000" u="none" cap="none" strike="noStrike">
                <a:solidFill>
                  <a:schemeClr val="dk1"/>
                </a:solidFill>
                <a:latin typeface="Calibri"/>
                <a:ea typeface="Calibri"/>
                <a:cs typeface="Calibri"/>
                <a:sym typeface="Calibri"/>
              </a:rPr>
              <a:t>examples: supplier, stock agency, vendor</a:t>
            </a:r>
            <a:endParaRPr b="0" i="0" sz="1400" u="none" cap="none" strike="noStrike">
              <a:solidFill>
                <a:srgbClr val="000000"/>
              </a:solidFill>
              <a:latin typeface="Arial"/>
              <a:ea typeface="Arial"/>
              <a:cs typeface="Arial"/>
              <a:sym typeface="Arial"/>
            </a:endParaRPr>
          </a:p>
          <a:p>
            <a:pPr indent="-215900" lvl="1" marL="742950" marR="0" rtl="0" algn="l">
              <a:lnSpc>
                <a:spcPct val="80000"/>
              </a:lnSpc>
              <a:spcBef>
                <a:spcPts val="400"/>
              </a:spcBef>
              <a:spcAft>
                <a:spcPts val="0"/>
              </a:spcAft>
              <a:buClr>
                <a:schemeClr val="hlink"/>
              </a:buClr>
              <a:buSzPts val="1100"/>
              <a:buFont typeface="Noto Sans Symbols"/>
              <a:buNone/>
            </a:pPr>
            <a:r>
              <a:t/>
            </a:r>
            <a:endParaRPr b="0" i="0" sz="2000" u="none" cap="none" strike="noStrike">
              <a:solidFill>
                <a:schemeClr val="dk1"/>
              </a:solidFill>
              <a:latin typeface="Calibri"/>
              <a:ea typeface="Calibri"/>
              <a:cs typeface="Calibri"/>
              <a:sym typeface="Calibri"/>
            </a:endParaRPr>
          </a:p>
          <a:p>
            <a:pPr indent="-285750" lvl="1" marL="742950" marR="0" rtl="0" algn="l">
              <a:lnSpc>
                <a:spcPct val="80000"/>
              </a:lnSpc>
              <a:spcBef>
                <a:spcPts val="400"/>
              </a:spcBef>
              <a:spcAft>
                <a:spcPts val="0"/>
              </a:spcAft>
              <a:buClr>
                <a:schemeClr val="hlink"/>
              </a:buClr>
              <a:buSzPts val="1100"/>
              <a:buFont typeface="Noto Sans Symbols"/>
              <a:buChar char="■"/>
            </a:pPr>
            <a:r>
              <a:rPr b="0" i="0" lang="en-US" sz="2000" u="none" cap="none" strike="noStrike">
                <a:solidFill>
                  <a:schemeClr val="dk1"/>
                </a:solidFill>
                <a:latin typeface="Calibri"/>
                <a:ea typeface="Calibri"/>
                <a:cs typeface="Calibri"/>
                <a:sym typeface="Calibri"/>
              </a:rPr>
              <a:t>the difference: stakeholder might not "act" in any scenario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76"/>
                                        </p:tgtEl>
                                        <p:attrNameLst>
                                          <p:attrName>style.visibility</p:attrName>
                                        </p:attrNameLst>
                                      </p:cBhvr>
                                      <p:to>
                                        <p:strVal val="visible"/>
                                      </p:to>
                                    </p:set>
                                    <p:anim calcmode="lin" valueType="num">
                                      <p:cBhvr additive="base">
                                        <p:cTn dur="500"/>
                                        <p:tgtEl>
                                          <p:spTgt spid="27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
                                        </p:tgtEl>
                                        <p:attrNameLst>
                                          <p:attrName>style.visibility</p:attrName>
                                        </p:attrNameLst>
                                      </p:cBhvr>
                                      <p:to>
                                        <p:strVal val="visible"/>
                                      </p:to>
                                    </p:set>
                                    <p:anim calcmode="lin" valueType="num">
                                      <p:cBhvr additive="base">
                                        <p:cTn dur="500"/>
                                        <p:tgtEl>
                                          <p:spTgt spid="27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1"/>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Key Characteristics of Actors</a:t>
            </a:r>
            <a:endParaRPr/>
          </a:p>
        </p:txBody>
      </p:sp>
      <p:sp>
        <p:nvSpPr>
          <p:cNvPr id="283" name="Google Shape;283;p51"/>
          <p:cNvSpPr txBox="1"/>
          <p:nvPr>
            <p:ph idx="12" type="sldNum"/>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900"/>
              <a:buNone/>
            </a:pPr>
            <a:fld id="{00000000-1234-1234-1234-123412341234}" type="slidenum">
              <a:rPr b="0" i="0" lang="en-US" sz="900" u="none" cap="none" strike="noStrike">
                <a:solidFill>
                  <a:srgbClr val="888888"/>
                </a:solidFill>
                <a:latin typeface="Calibri"/>
                <a:ea typeface="Calibri"/>
                <a:cs typeface="Calibri"/>
                <a:sym typeface="Calibri"/>
              </a:rPr>
              <a:t>‹#›</a:t>
            </a:fld>
            <a:endParaRPr b="0" i="0" sz="900" u="none" cap="none" strike="noStrike">
              <a:solidFill>
                <a:srgbClr val="888888"/>
              </a:solidFill>
              <a:latin typeface="Calibri"/>
              <a:ea typeface="Calibri"/>
              <a:cs typeface="Calibri"/>
              <a:sym typeface="Calibri"/>
            </a:endParaRPr>
          </a:p>
        </p:txBody>
      </p:sp>
      <p:sp>
        <p:nvSpPr>
          <p:cNvPr id="284" name="Google Shape;284;p51"/>
          <p:cNvSpPr txBox="1"/>
          <p:nvPr>
            <p:ph idx="1" type="body"/>
          </p:nvPr>
        </p:nvSpPr>
        <p:spPr>
          <a:xfrm>
            <a:off x="628650" y="1880879"/>
            <a:ext cx="7978321" cy="3515345"/>
          </a:xfrm>
          <a:prstGeom prst="rect">
            <a:avLst/>
          </a:prstGeom>
          <a:solidFill>
            <a:srgbClr val="FFFFFF"/>
          </a:solidFill>
          <a:ln>
            <a:noFill/>
          </a:ln>
        </p:spPr>
        <p:txBody>
          <a:bodyPr anchorCtr="0" anchor="ctr" bIns="85675" lIns="0" spcFirstLastPara="1" rIns="0" wrap="square" tIns="42825">
            <a:spAutoFit/>
          </a:bodyPr>
          <a:lstStyle/>
          <a:p>
            <a:pPr indent="-127000" lvl="0" marL="0" marR="0" rtl="0" algn="l">
              <a:lnSpc>
                <a:spcPct val="100000"/>
              </a:lnSpc>
              <a:spcBef>
                <a:spcPts val="0"/>
              </a:spcBef>
              <a:spcAft>
                <a:spcPts val="0"/>
              </a:spcAft>
              <a:buClr>
                <a:srgbClr val="0A0A0A"/>
              </a:buClr>
              <a:buSzPts val="2000"/>
              <a:buFont typeface="Arial"/>
              <a:buChar char="•"/>
            </a:pPr>
            <a:r>
              <a:rPr b="1" i="0" lang="en-US" sz="2000" u="none" cap="none" strike="noStrike">
                <a:solidFill>
                  <a:srgbClr val="0A0A0A"/>
                </a:solidFill>
                <a:latin typeface="Arial"/>
                <a:ea typeface="Arial"/>
                <a:cs typeface="Arial"/>
                <a:sym typeface="Arial"/>
              </a:rPr>
              <a:t>External Entity</a:t>
            </a:r>
            <a:r>
              <a:rPr b="0" i="0" lang="en-US" sz="2000" u="none" cap="none" strike="noStrike">
                <a:solidFill>
                  <a:srgbClr val="0A0A0A"/>
                </a:solidFill>
                <a:latin typeface="Arial"/>
                <a:ea typeface="Arial"/>
                <a:cs typeface="Arial"/>
                <a:sym typeface="Arial"/>
              </a:rPr>
              <a:t>: Always outside the system boundary, not the system itself.</a:t>
            </a:r>
            <a:endParaRPr/>
          </a:p>
          <a:p>
            <a:pPr indent="0" lvl="0" marL="0" marR="0" rtl="0" algn="l">
              <a:lnSpc>
                <a:spcPct val="100000"/>
              </a:lnSpc>
              <a:spcBef>
                <a:spcPts val="0"/>
              </a:spcBef>
              <a:spcAft>
                <a:spcPts val="0"/>
              </a:spcAft>
              <a:buClr>
                <a:schemeClr val="dk1"/>
              </a:buClr>
              <a:buSzPts val="2000"/>
              <a:buNone/>
            </a:pPr>
            <a:r>
              <a:t/>
            </a:r>
            <a:endParaRPr b="0" i="0" sz="2000" u="none" cap="none" strike="noStrike">
              <a:solidFill>
                <a:srgbClr val="0A0A0A"/>
              </a:solidFill>
              <a:latin typeface="Arial"/>
              <a:ea typeface="Arial"/>
              <a:cs typeface="Arial"/>
              <a:sym typeface="Arial"/>
            </a:endParaRPr>
          </a:p>
          <a:p>
            <a:pPr indent="-127000" lvl="0" marL="0" marR="0" rtl="0" algn="l">
              <a:lnSpc>
                <a:spcPct val="100000"/>
              </a:lnSpc>
              <a:spcBef>
                <a:spcPts val="0"/>
              </a:spcBef>
              <a:spcAft>
                <a:spcPts val="0"/>
              </a:spcAft>
              <a:buClr>
                <a:srgbClr val="0A0A0A"/>
              </a:buClr>
              <a:buSzPts val="2000"/>
              <a:buFont typeface="Arial"/>
              <a:buChar char="•"/>
            </a:pPr>
            <a:r>
              <a:rPr b="1" i="0" lang="en-US" sz="2000" u="none" cap="none" strike="noStrike">
                <a:solidFill>
                  <a:srgbClr val="0A0A0A"/>
                </a:solidFill>
                <a:latin typeface="Arial"/>
                <a:ea typeface="Arial"/>
                <a:cs typeface="Arial"/>
                <a:sym typeface="Arial"/>
              </a:rPr>
              <a:t>Role-Based</a:t>
            </a:r>
            <a:r>
              <a:rPr b="0" i="0" lang="en-US" sz="2000" u="none" cap="none" strike="noStrike">
                <a:solidFill>
                  <a:srgbClr val="0A0A0A"/>
                </a:solidFill>
                <a:latin typeface="Arial"/>
                <a:ea typeface="Arial"/>
                <a:cs typeface="Arial"/>
                <a:sym typeface="Arial"/>
              </a:rPr>
              <a:t>: Represents a </a:t>
            </a:r>
            <a:r>
              <a:rPr b="0" i="1" lang="en-US" sz="2000" u="none" cap="none" strike="noStrike">
                <a:solidFill>
                  <a:srgbClr val="0A0A0A"/>
                </a:solidFill>
                <a:latin typeface="Arial"/>
                <a:ea typeface="Arial"/>
                <a:cs typeface="Arial"/>
                <a:sym typeface="Arial"/>
              </a:rPr>
              <a:t>role</a:t>
            </a:r>
            <a:r>
              <a:rPr b="0" i="0" lang="en-US" sz="2000" u="none" cap="none" strike="noStrike">
                <a:solidFill>
                  <a:srgbClr val="0A0A0A"/>
                </a:solidFill>
                <a:latin typeface="Arial"/>
                <a:ea typeface="Arial"/>
                <a:cs typeface="Arial"/>
                <a:sym typeface="Arial"/>
              </a:rPr>
              <a:t>, not a specific person (e.g., "Customer," not "John Doe").</a:t>
            </a:r>
            <a:endParaRPr/>
          </a:p>
          <a:p>
            <a:pPr indent="0" lvl="0" marL="0" marR="0" rtl="0" algn="l">
              <a:lnSpc>
                <a:spcPct val="100000"/>
              </a:lnSpc>
              <a:spcBef>
                <a:spcPts val="0"/>
              </a:spcBef>
              <a:spcAft>
                <a:spcPts val="0"/>
              </a:spcAft>
              <a:buClr>
                <a:schemeClr val="dk1"/>
              </a:buClr>
              <a:buSzPts val="2000"/>
              <a:buNone/>
            </a:pPr>
            <a:r>
              <a:t/>
            </a:r>
            <a:endParaRPr b="0" i="0" sz="2000" u="none" cap="none" strike="noStrike">
              <a:solidFill>
                <a:srgbClr val="0A0A0A"/>
              </a:solidFill>
              <a:latin typeface="Arial"/>
              <a:ea typeface="Arial"/>
              <a:cs typeface="Arial"/>
              <a:sym typeface="Arial"/>
            </a:endParaRPr>
          </a:p>
          <a:p>
            <a:pPr indent="-127000" lvl="0" marL="0" marR="0" rtl="0" algn="l">
              <a:lnSpc>
                <a:spcPct val="100000"/>
              </a:lnSpc>
              <a:spcBef>
                <a:spcPts val="0"/>
              </a:spcBef>
              <a:spcAft>
                <a:spcPts val="0"/>
              </a:spcAft>
              <a:buClr>
                <a:srgbClr val="0A0A0A"/>
              </a:buClr>
              <a:buSzPts val="2000"/>
              <a:buFont typeface="Arial"/>
              <a:buChar char="•"/>
            </a:pPr>
            <a:r>
              <a:rPr b="1" i="0" lang="en-US" sz="2000" u="none" cap="none" strike="noStrike">
                <a:solidFill>
                  <a:srgbClr val="0A0A0A"/>
                </a:solidFill>
                <a:latin typeface="Arial"/>
                <a:ea typeface="Arial"/>
                <a:cs typeface="Arial"/>
                <a:sym typeface="Arial"/>
              </a:rPr>
              <a:t>Initiator/Responder</a:t>
            </a:r>
            <a:r>
              <a:rPr b="0" i="0" lang="en-US" sz="2000" u="none" cap="none" strike="noStrike">
                <a:solidFill>
                  <a:srgbClr val="0A0A0A"/>
                </a:solidFill>
                <a:latin typeface="Arial"/>
                <a:ea typeface="Arial"/>
                <a:cs typeface="Arial"/>
                <a:sym typeface="Arial"/>
              </a:rPr>
              <a:t>: Initiates a use case (primary) or provides services to the system (secondary).</a:t>
            </a:r>
            <a:endParaRPr/>
          </a:p>
          <a:p>
            <a:pPr indent="0" lvl="0" marL="0" marR="0" rtl="0" algn="l">
              <a:lnSpc>
                <a:spcPct val="100000"/>
              </a:lnSpc>
              <a:spcBef>
                <a:spcPts val="0"/>
              </a:spcBef>
              <a:spcAft>
                <a:spcPts val="0"/>
              </a:spcAft>
              <a:buClr>
                <a:schemeClr val="dk1"/>
              </a:buClr>
              <a:buSzPts val="2000"/>
              <a:buNone/>
            </a:pPr>
            <a:r>
              <a:t/>
            </a:r>
            <a:endParaRPr b="0" i="0" sz="2000" u="none" cap="none" strike="noStrike">
              <a:solidFill>
                <a:srgbClr val="0A0A0A"/>
              </a:solidFill>
              <a:latin typeface="Arial"/>
              <a:ea typeface="Arial"/>
              <a:cs typeface="Arial"/>
              <a:sym typeface="Arial"/>
            </a:endParaRPr>
          </a:p>
          <a:p>
            <a:pPr indent="-127000" lvl="0" marL="0" marR="0" rtl="0" algn="l">
              <a:lnSpc>
                <a:spcPct val="100000"/>
              </a:lnSpc>
              <a:spcBef>
                <a:spcPts val="0"/>
              </a:spcBef>
              <a:spcAft>
                <a:spcPts val="0"/>
              </a:spcAft>
              <a:buClr>
                <a:srgbClr val="0A0A0A"/>
              </a:buClr>
              <a:buSzPts val="2000"/>
              <a:buFont typeface="Arial"/>
              <a:buChar char="•"/>
            </a:pPr>
            <a:r>
              <a:rPr b="1" i="0" lang="en-US" sz="2000" u="none" cap="none" strike="noStrike">
                <a:solidFill>
                  <a:srgbClr val="0A0A0A"/>
                </a:solidFill>
                <a:latin typeface="Arial"/>
                <a:ea typeface="Arial"/>
                <a:cs typeface="Arial"/>
                <a:sym typeface="Arial"/>
              </a:rPr>
              <a:t>Types</a:t>
            </a:r>
            <a:r>
              <a:rPr b="0" i="0" lang="en-US" sz="2000" u="none" cap="none" strike="noStrike">
                <a:solidFill>
                  <a:srgbClr val="0A0A0A"/>
                </a:solidFill>
                <a:latin typeface="Arial"/>
                <a:ea typeface="Arial"/>
                <a:cs typeface="Arial"/>
                <a:sym typeface="Arial"/>
              </a:rPr>
              <a:t>: Can be humans (User), external systems (API, Database), or even time/events (Timer). </a:t>
            </a:r>
            <a:endParaRPr/>
          </a:p>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How to identify actors?</a:t>
            </a:r>
            <a:endParaRPr/>
          </a:p>
        </p:txBody>
      </p:sp>
      <p:sp>
        <p:nvSpPr>
          <p:cNvPr id="290" name="Google Shape;290;p5"/>
          <p:cNvSpPr txBox="1"/>
          <p:nvPr>
            <p:ph idx="1" type="body"/>
          </p:nvPr>
        </p:nvSpPr>
        <p:spPr>
          <a:xfrm>
            <a:off x="628650" y="1216479"/>
            <a:ext cx="7886700" cy="4960484"/>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b="1" lang="en-US" sz="2400"/>
              <a:t>Who is interested </a:t>
            </a:r>
            <a:r>
              <a:rPr lang="en-US" sz="2400"/>
              <a:t>in the scenario/system?</a:t>
            </a:r>
            <a:endParaRPr/>
          </a:p>
          <a:p>
            <a:pPr indent="-171450" lvl="0" marL="171450" rtl="0" algn="l">
              <a:lnSpc>
                <a:spcPct val="90000"/>
              </a:lnSpc>
              <a:spcBef>
                <a:spcPts val="1950"/>
              </a:spcBef>
              <a:spcAft>
                <a:spcPts val="0"/>
              </a:spcAft>
              <a:buClr>
                <a:schemeClr val="dk1"/>
              </a:buClr>
              <a:buSzPts val="2400"/>
              <a:buChar char="•"/>
            </a:pPr>
            <a:r>
              <a:rPr b="1" lang="en-US" sz="2400"/>
              <a:t>Where</a:t>
            </a:r>
            <a:r>
              <a:rPr lang="en-US" sz="2400"/>
              <a:t> in the organization is the scenario/system be used?</a:t>
            </a:r>
            <a:endParaRPr/>
          </a:p>
          <a:p>
            <a:pPr indent="-171450" lvl="0" marL="171450" rtl="0" algn="l">
              <a:lnSpc>
                <a:spcPct val="90000"/>
              </a:lnSpc>
              <a:spcBef>
                <a:spcPts val="1950"/>
              </a:spcBef>
              <a:spcAft>
                <a:spcPts val="0"/>
              </a:spcAft>
              <a:buClr>
                <a:schemeClr val="dk1"/>
              </a:buClr>
              <a:buSzPts val="2400"/>
              <a:buChar char="•"/>
            </a:pPr>
            <a:r>
              <a:rPr b="1" lang="en-US" sz="2400"/>
              <a:t>Who will benefit </a:t>
            </a:r>
            <a:r>
              <a:rPr lang="en-US" sz="2400"/>
              <a:t>from the use of the scenario/system?</a:t>
            </a:r>
            <a:endParaRPr/>
          </a:p>
          <a:p>
            <a:pPr indent="-171450" lvl="0" marL="171450" rtl="0" algn="l">
              <a:lnSpc>
                <a:spcPct val="90000"/>
              </a:lnSpc>
              <a:spcBef>
                <a:spcPts val="1950"/>
              </a:spcBef>
              <a:spcAft>
                <a:spcPts val="0"/>
              </a:spcAft>
              <a:buClr>
                <a:schemeClr val="dk1"/>
              </a:buClr>
              <a:buSzPts val="2400"/>
              <a:buChar char="•"/>
            </a:pPr>
            <a:r>
              <a:rPr b="1" lang="en-US" sz="2400"/>
              <a:t>Who will supply </a:t>
            </a:r>
            <a:r>
              <a:rPr lang="en-US" sz="2400"/>
              <a:t>the scenario/system with this information, use this information, and remove this information?</a:t>
            </a:r>
            <a:endParaRPr/>
          </a:p>
          <a:p>
            <a:pPr indent="-171450" lvl="0" marL="171450" rtl="0" algn="l">
              <a:lnSpc>
                <a:spcPct val="90000"/>
              </a:lnSpc>
              <a:spcBef>
                <a:spcPts val="1950"/>
              </a:spcBef>
              <a:spcAft>
                <a:spcPts val="0"/>
              </a:spcAft>
              <a:buClr>
                <a:schemeClr val="dk1"/>
              </a:buClr>
              <a:buSzPts val="2400"/>
              <a:buChar char="•"/>
            </a:pPr>
            <a:r>
              <a:rPr b="1" lang="en-US" sz="2400"/>
              <a:t>Does one person </a:t>
            </a:r>
            <a:r>
              <a:rPr lang="en-US" sz="2400"/>
              <a:t>play several different roles?</a:t>
            </a:r>
            <a:endParaRPr/>
          </a:p>
          <a:p>
            <a:pPr indent="-171450" lvl="0" marL="171450" rtl="0" algn="l">
              <a:lnSpc>
                <a:spcPct val="90000"/>
              </a:lnSpc>
              <a:spcBef>
                <a:spcPts val="1950"/>
              </a:spcBef>
              <a:spcAft>
                <a:spcPts val="0"/>
              </a:spcAft>
              <a:buClr>
                <a:schemeClr val="dk1"/>
              </a:buClr>
              <a:buSzPts val="2400"/>
              <a:buChar char="•"/>
            </a:pPr>
            <a:r>
              <a:rPr b="1" lang="en-US" sz="2400"/>
              <a:t>Do several people </a:t>
            </a:r>
            <a:r>
              <a:rPr lang="en-US" sz="2400"/>
              <a:t>play the same role?</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8"/>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Use Cases</a:t>
            </a:r>
            <a:endParaRPr/>
          </a:p>
        </p:txBody>
      </p:sp>
      <p:sp>
        <p:nvSpPr>
          <p:cNvPr id="296" name="Google Shape;296;p8"/>
          <p:cNvSpPr txBox="1"/>
          <p:nvPr>
            <p:ph idx="1" type="body"/>
          </p:nvPr>
        </p:nvSpPr>
        <p:spPr>
          <a:xfrm>
            <a:off x="619088" y="996431"/>
            <a:ext cx="7886700" cy="4960484"/>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400"/>
              <a:buChar char="•"/>
            </a:pPr>
            <a:r>
              <a:rPr lang="en-US" sz="2400"/>
              <a:t>Each use case in a use case diagram describes </a:t>
            </a:r>
            <a:r>
              <a:rPr b="1" lang="en-US" sz="2400"/>
              <a:t>one and only one</a:t>
            </a:r>
            <a:r>
              <a:rPr lang="en-US" sz="2400"/>
              <a:t> function in which users interact with the system</a:t>
            </a:r>
            <a:endParaRPr sz="2000"/>
          </a:p>
          <a:p>
            <a:pPr indent="-171450" lvl="1" marL="514350" rtl="0" algn="l">
              <a:lnSpc>
                <a:spcPct val="90000"/>
              </a:lnSpc>
              <a:spcBef>
                <a:spcPts val="375"/>
              </a:spcBef>
              <a:spcAft>
                <a:spcPts val="0"/>
              </a:spcAft>
              <a:buClr>
                <a:schemeClr val="dk1"/>
              </a:buClr>
              <a:buSzPts val="2000"/>
              <a:buChar char="ꟷ"/>
            </a:pPr>
            <a:r>
              <a:rPr lang="en-US" sz="2000"/>
              <a:t>May contain several “paths” that a user can take while interacting with the system</a:t>
            </a:r>
            <a:endParaRPr/>
          </a:p>
          <a:p>
            <a:pPr indent="-171450" lvl="1" marL="514350" rtl="0" algn="l">
              <a:lnSpc>
                <a:spcPct val="90000"/>
              </a:lnSpc>
              <a:spcBef>
                <a:spcPts val="375"/>
              </a:spcBef>
              <a:spcAft>
                <a:spcPts val="0"/>
              </a:spcAft>
              <a:buClr>
                <a:schemeClr val="dk1"/>
              </a:buClr>
              <a:buSzPts val="2000"/>
              <a:buChar char="ꟷ"/>
            </a:pPr>
            <a:r>
              <a:rPr lang="en-US" sz="2000"/>
              <a:t>Each path is referred to as a scenario</a:t>
            </a:r>
            <a:endParaRPr/>
          </a:p>
          <a:p>
            <a:pPr indent="-44450" lvl="1" marL="514350" rtl="0" algn="l">
              <a:lnSpc>
                <a:spcPct val="90000"/>
              </a:lnSpc>
              <a:spcBef>
                <a:spcPts val="375"/>
              </a:spcBef>
              <a:spcAft>
                <a:spcPts val="0"/>
              </a:spcAft>
              <a:buClr>
                <a:schemeClr val="dk1"/>
              </a:buClr>
              <a:buSzPts val="2000"/>
              <a:buNone/>
            </a:pPr>
            <a:r>
              <a:t/>
            </a:r>
            <a:endParaRPr sz="2000"/>
          </a:p>
          <a:p>
            <a:pPr indent="-171450" lvl="0" marL="171450" rtl="0" algn="l">
              <a:lnSpc>
                <a:spcPct val="90000"/>
              </a:lnSpc>
              <a:spcBef>
                <a:spcPts val="750"/>
              </a:spcBef>
              <a:spcAft>
                <a:spcPts val="0"/>
              </a:spcAft>
              <a:buClr>
                <a:schemeClr val="dk1"/>
              </a:buClr>
              <a:buSzPts val="2400"/>
              <a:buChar char="•"/>
            </a:pPr>
            <a:r>
              <a:rPr lang="en-US" sz="2400"/>
              <a:t>Represents an activity of an actor</a:t>
            </a:r>
            <a:endParaRPr/>
          </a:p>
          <a:p>
            <a:pPr indent="-171450" lvl="0" marL="171450" rtl="0" algn="l">
              <a:lnSpc>
                <a:spcPct val="90000"/>
              </a:lnSpc>
              <a:spcBef>
                <a:spcPts val="1950"/>
              </a:spcBef>
              <a:spcAft>
                <a:spcPts val="0"/>
              </a:spcAft>
              <a:buClr>
                <a:schemeClr val="dk1"/>
              </a:buClr>
              <a:buSzPts val="2400"/>
              <a:buChar char="•"/>
            </a:pPr>
            <a:r>
              <a:rPr lang="en-US" sz="2400"/>
              <a:t>Use cases as ellipses with their names below or inside</a:t>
            </a:r>
            <a:endParaRPr sz="2400"/>
          </a:p>
        </p:txBody>
      </p:sp>
      <p:sp>
        <p:nvSpPr>
          <p:cNvPr id="297" name="Google Shape;297;p8"/>
          <p:cNvSpPr txBox="1"/>
          <p:nvPr/>
        </p:nvSpPr>
        <p:spPr>
          <a:xfrm>
            <a:off x="135970" y="5494049"/>
            <a:ext cx="8852939" cy="6509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7"/>
              <a:buFont typeface="Arial"/>
              <a:buNone/>
            </a:pPr>
            <a:r>
              <a:rPr b="0" i="0" lang="en-US" sz="1807" u="none" cap="none" strike="noStrike">
                <a:solidFill>
                  <a:schemeClr val="lt1"/>
                </a:solidFill>
                <a:latin typeface="Calibri"/>
                <a:ea typeface="Calibri"/>
                <a:cs typeface="Calibri"/>
                <a:sym typeface="Calibri"/>
              </a:rPr>
              <a:t>Actors are stick figures. Use cases are ovals. Communications are lines that link actors to use cases.</a:t>
            </a:r>
            <a:endParaRPr b="0" i="0" sz="1400" u="none" cap="none" strike="noStrike">
              <a:solidFill>
                <a:srgbClr val="000000"/>
              </a:solidFill>
              <a:latin typeface="Arial"/>
              <a:ea typeface="Arial"/>
              <a:cs typeface="Arial"/>
              <a:sym typeface="Arial"/>
            </a:endParaRPr>
          </a:p>
        </p:txBody>
      </p:sp>
      <p:sp>
        <p:nvSpPr>
          <p:cNvPr id="298" name="Google Shape;298;p8"/>
          <p:cNvSpPr/>
          <p:nvPr/>
        </p:nvSpPr>
        <p:spPr>
          <a:xfrm>
            <a:off x="2498725" y="4724400"/>
            <a:ext cx="3521075" cy="127317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8"/>
          <p:cNvSpPr/>
          <p:nvPr/>
        </p:nvSpPr>
        <p:spPr>
          <a:xfrm>
            <a:off x="3414428" y="5247370"/>
            <a:ext cx="1897955"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Make appointment</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9"/>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Use Case  - Relationships</a:t>
            </a:r>
            <a:endParaRPr/>
          </a:p>
        </p:txBody>
      </p:sp>
      <p:sp>
        <p:nvSpPr>
          <p:cNvPr id="305" name="Google Shape;305;p9"/>
          <p:cNvSpPr txBox="1"/>
          <p:nvPr>
            <p:ph idx="1" type="body"/>
          </p:nvPr>
        </p:nvSpPr>
        <p:spPr>
          <a:xfrm>
            <a:off x="628650" y="1216479"/>
            <a:ext cx="7886700" cy="4960484"/>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800"/>
              <a:buChar char="•"/>
            </a:pPr>
            <a:r>
              <a:rPr lang="en-US" sz="2800"/>
              <a:t>Relationships</a:t>
            </a:r>
            <a:endParaRPr/>
          </a:p>
          <a:p>
            <a:pPr indent="-171450" lvl="1" marL="514350" rtl="0" algn="l">
              <a:lnSpc>
                <a:spcPct val="90000"/>
              </a:lnSpc>
              <a:spcBef>
                <a:spcPts val="1800"/>
              </a:spcBef>
              <a:spcAft>
                <a:spcPts val="0"/>
              </a:spcAft>
              <a:buClr>
                <a:schemeClr val="dk1"/>
              </a:buClr>
              <a:buSzPts val="2400"/>
              <a:buChar char="ꟷ"/>
            </a:pPr>
            <a:r>
              <a:rPr lang="en-US" sz="2400"/>
              <a:t>Represent communication between actor and use case</a:t>
            </a:r>
            <a:endParaRPr/>
          </a:p>
          <a:p>
            <a:pPr indent="-171450" lvl="1" marL="514350" rtl="0" algn="l">
              <a:lnSpc>
                <a:spcPct val="90000"/>
              </a:lnSpc>
              <a:spcBef>
                <a:spcPts val="1800"/>
              </a:spcBef>
              <a:spcAft>
                <a:spcPts val="0"/>
              </a:spcAft>
              <a:buClr>
                <a:schemeClr val="dk1"/>
              </a:buClr>
              <a:buSzPts val="2400"/>
              <a:buChar char="ꟷ"/>
            </a:pPr>
            <a:r>
              <a:rPr lang="en-US" sz="2400"/>
              <a:t>Depicted by line or double-headed arrow line</a:t>
            </a:r>
            <a:endParaRPr/>
          </a:p>
          <a:p>
            <a:pPr indent="-171450" lvl="1" marL="514350" rtl="0" algn="l">
              <a:lnSpc>
                <a:spcPct val="90000"/>
              </a:lnSpc>
              <a:spcBef>
                <a:spcPts val="1800"/>
              </a:spcBef>
              <a:spcAft>
                <a:spcPts val="0"/>
              </a:spcAft>
              <a:buClr>
                <a:schemeClr val="dk1"/>
              </a:buClr>
              <a:buSzPts val="2400"/>
              <a:buChar char="ꟷ"/>
            </a:pPr>
            <a:r>
              <a:rPr lang="en-US" sz="2400"/>
              <a:t>Also called association relationship</a:t>
            </a:r>
            <a:endParaRPr sz="2400"/>
          </a:p>
        </p:txBody>
      </p:sp>
      <p:sp>
        <p:nvSpPr>
          <p:cNvPr id="306" name="Google Shape;306;p9"/>
          <p:cNvSpPr/>
          <p:nvPr/>
        </p:nvSpPr>
        <p:spPr>
          <a:xfrm>
            <a:off x="4877934" y="4729216"/>
            <a:ext cx="2208454" cy="1142469"/>
          </a:xfrm>
          <a:prstGeom prst="ellipse">
            <a:avLst/>
          </a:prstGeom>
          <a:no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7"/>
              <a:buFont typeface="Arial"/>
              <a:buNone/>
            </a:pPr>
            <a:r>
              <a:rPr b="0" i="0" lang="en-US" sz="1807" u="none" cap="none" strike="noStrike">
                <a:solidFill>
                  <a:schemeClr val="lt1"/>
                </a:solidFill>
                <a:latin typeface="Calibri"/>
                <a:ea typeface="Calibri"/>
                <a:cs typeface="Calibri"/>
                <a:sym typeface="Calibri"/>
              </a:rPr>
              <a:t>Make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7"/>
              <a:buFont typeface="Arial"/>
              <a:buNone/>
            </a:pPr>
            <a:r>
              <a:rPr b="0" i="0" lang="en-US" sz="1807" u="none" cap="none" strike="noStrike">
                <a:solidFill>
                  <a:schemeClr val="lt1"/>
                </a:solidFill>
                <a:latin typeface="Calibri"/>
                <a:ea typeface="Calibri"/>
                <a:cs typeface="Calibri"/>
                <a:sym typeface="Calibri"/>
              </a:rPr>
              <a:t>Appointment</a:t>
            </a:r>
            <a:endParaRPr b="0" i="0" sz="1400" u="none" cap="none" strike="noStrike">
              <a:solidFill>
                <a:srgbClr val="000000"/>
              </a:solidFill>
              <a:latin typeface="Arial"/>
              <a:ea typeface="Arial"/>
              <a:cs typeface="Arial"/>
              <a:sym typeface="Arial"/>
            </a:endParaRPr>
          </a:p>
        </p:txBody>
      </p:sp>
      <p:cxnSp>
        <p:nvCxnSpPr>
          <p:cNvPr id="307" name="Google Shape;307;p9"/>
          <p:cNvCxnSpPr/>
          <p:nvPr/>
        </p:nvCxnSpPr>
        <p:spPr>
          <a:xfrm>
            <a:off x="2201019" y="5264599"/>
            <a:ext cx="2600431" cy="0"/>
          </a:xfrm>
          <a:prstGeom prst="straightConnector1">
            <a:avLst/>
          </a:prstGeom>
          <a:noFill/>
          <a:ln cap="flat" cmpd="sng" w="12700">
            <a:solidFill>
              <a:schemeClr val="lt1"/>
            </a:solidFill>
            <a:prstDash val="solid"/>
            <a:round/>
            <a:headEnd len="sm" w="sm" type="none"/>
            <a:tailEnd len="sm" w="sm" type="none"/>
          </a:ln>
        </p:spPr>
      </p:cxnSp>
      <p:grpSp>
        <p:nvGrpSpPr>
          <p:cNvPr id="308" name="Google Shape;308;p9"/>
          <p:cNvGrpSpPr/>
          <p:nvPr/>
        </p:nvGrpSpPr>
        <p:grpSpPr>
          <a:xfrm>
            <a:off x="914698" y="3792432"/>
            <a:ext cx="920795" cy="2371136"/>
            <a:chOff x="914698" y="3792432"/>
            <a:chExt cx="920795" cy="2371136"/>
          </a:xfrm>
        </p:grpSpPr>
        <p:grpSp>
          <p:nvGrpSpPr>
            <p:cNvPr id="309" name="Google Shape;309;p9"/>
            <p:cNvGrpSpPr/>
            <p:nvPr/>
          </p:nvGrpSpPr>
          <p:grpSpPr>
            <a:xfrm>
              <a:off x="994177" y="3792432"/>
              <a:ext cx="841316" cy="1990159"/>
              <a:chOff x="4254" y="2630"/>
              <a:chExt cx="528" cy="1249"/>
            </a:xfrm>
          </p:grpSpPr>
          <p:cxnSp>
            <p:nvCxnSpPr>
              <p:cNvPr id="310" name="Google Shape;310;p9"/>
              <p:cNvCxnSpPr/>
              <p:nvPr/>
            </p:nvCxnSpPr>
            <p:spPr>
              <a:xfrm>
                <a:off x="4493" y="2917"/>
                <a:ext cx="1" cy="762"/>
              </a:xfrm>
              <a:prstGeom prst="straightConnector1">
                <a:avLst/>
              </a:prstGeom>
              <a:noFill/>
              <a:ln cap="flat" cmpd="sng" w="39675">
                <a:solidFill>
                  <a:srgbClr val="000000"/>
                </a:solidFill>
                <a:prstDash val="solid"/>
                <a:round/>
                <a:headEnd len="sm" w="sm" type="none"/>
                <a:tailEnd len="sm" w="sm" type="none"/>
              </a:ln>
            </p:spPr>
          </p:cxnSp>
          <p:sp>
            <p:nvSpPr>
              <p:cNvPr id="311" name="Google Shape;311;p9"/>
              <p:cNvSpPr/>
              <p:nvPr/>
            </p:nvSpPr>
            <p:spPr>
              <a:xfrm>
                <a:off x="4350" y="2630"/>
                <a:ext cx="303" cy="286"/>
              </a:xfrm>
              <a:prstGeom prst="ellipse">
                <a:avLst/>
              </a:prstGeom>
              <a:solidFill>
                <a:srgbClr val="D3EFC5"/>
              </a:solidFill>
              <a:ln cap="flat" cmpd="sng" w="396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cxnSp>
            <p:nvCxnSpPr>
              <p:cNvPr id="312" name="Google Shape;312;p9"/>
              <p:cNvCxnSpPr/>
              <p:nvPr/>
            </p:nvCxnSpPr>
            <p:spPr>
              <a:xfrm>
                <a:off x="4254" y="3204"/>
                <a:ext cx="528" cy="1"/>
              </a:xfrm>
              <a:prstGeom prst="straightConnector1">
                <a:avLst/>
              </a:prstGeom>
              <a:noFill/>
              <a:ln cap="flat" cmpd="sng" w="39675">
                <a:solidFill>
                  <a:srgbClr val="000000"/>
                </a:solidFill>
                <a:prstDash val="solid"/>
                <a:round/>
                <a:headEnd len="sm" w="sm" type="none"/>
                <a:tailEnd len="sm" w="sm" type="none"/>
              </a:ln>
            </p:spPr>
          </p:cxnSp>
          <p:cxnSp>
            <p:nvCxnSpPr>
              <p:cNvPr id="313" name="Google Shape;313;p9"/>
              <p:cNvCxnSpPr/>
              <p:nvPr/>
            </p:nvCxnSpPr>
            <p:spPr>
              <a:xfrm flipH="1">
                <a:off x="4285" y="3658"/>
                <a:ext cx="201" cy="191"/>
              </a:xfrm>
              <a:prstGeom prst="straightConnector1">
                <a:avLst/>
              </a:prstGeom>
              <a:noFill/>
              <a:ln cap="flat" cmpd="sng" w="39675">
                <a:solidFill>
                  <a:srgbClr val="000000"/>
                </a:solidFill>
                <a:prstDash val="solid"/>
                <a:round/>
                <a:headEnd len="sm" w="sm" type="none"/>
                <a:tailEnd len="sm" w="sm" type="none"/>
              </a:ln>
            </p:spPr>
          </p:cxnSp>
          <p:cxnSp>
            <p:nvCxnSpPr>
              <p:cNvPr id="314" name="Google Shape;314;p9"/>
              <p:cNvCxnSpPr/>
              <p:nvPr/>
            </p:nvCxnSpPr>
            <p:spPr>
              <a:xfrm>
                <a:off x="4502" y="3664"/>
                <a:ext cx="200" cy="215"/>
              </a:xfrm>
              <a:prstGeom prst="straightConnector1">
                <a:avLst/>
              </a:prstGeom>
              <a:noFill/>
              <a:ln cap="flat" cmpd="sng" w="39675">
                <a:solidFill>
                  <a:srgbClr val="000000"/>
                </a:solidFill>
                <a:prstDash val="solid"/>
                <a:round/>
                <a:headEnd len="sm" w="sm" type="none"/>
                <a:tailEnd len="sm" w="sm" type="none"/>
              </a:ln>
            </p:spPr>
          </p:cxnSp>
        </p:grpSp>
        <p:sp>
          <p:nvSpPr>
            <p:cNvPr id="315" name="Google Shape;315;p9"/>
            <p:cNvSpPr/>
            <p:nvPr/>
          </p:nvSpPr>
          <p:spPr>
            <a:xfrm>
              <a:off x="914698" y="5886569"/>
              <a:ext cx="718145"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Patient</a:t>
              </a:r>
              <a:endParaRPr b="0" i="0" sz="3200" u="none" cap="none" strike="noStrike">
                <a:solidFill>
                  <a:schemeClr val="dk1"/>
                </a:solidFill>
                <a:latin typeface="Times New Roman"/>
                <a:ea typeface="Times New Roman"/>
                <a:cs typeface="Times New Roman"/>
                <a:sym typeface="Times New Roman"/>
              </a:endParaRPr>
            </a:p>
          </p:txBody>
        </p:sp>
      </p:grpSp>
      <p:sp>
        <p:nvSpPr>
          <p:cNvPr id="316" name="Google Shape;316;p9"/>
          <p:cNvSpPr/>
          <p:nvPr/>
        </p:nvSpPr>
        <p:spPr>
          <a:xfrm>
            <a:off x="5201355" y="4250182"/>
            <a:ext cx="3521075" cy="127317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p9"/>
          <p:cNvSpPr/>
          <p:nvPr/>
        </p:nvSpPr>
        <p:spPr>
          <a:xfrm>
            <a:off x="6137410" y="4758027"/>
            <a:ext cx="1897955"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Make appointment</a:t>
            </a:r>
            <a:endParaRPr b="0" i="0" sz="3200" u="none" cap="none" strike="noStrike">
              <a:solidFill>
                <a:schemeClr val="dk1"/>
              </a:solidFill>
              <a:latin typeface="Times New Roman"/>
              <a:ea typeface="Times New Roman"/>
              <a:cs typeface="Times New Roman"/>
              <a:sym typeface="Times New Roman"/>
            </a:endParaRPr>
          </a:p>
        </p:txBody>
      </p:sp>
      <p:cxnSp>
        <p:nvCxnSpPr>
          <p:cNvPr id="318" name="Google Shape;318;p9"/>
          <p:cNvCxnSpPr/>
          <p:nvPr/>
        </p:nvCxnSpPr>
        <p:spPr>
          <a:xfrm>
            <a:off x="1981200" y="4877013"/>
            <a:ext cx="3220155" cy="19514"/>
          </a:xfrm>
          <a:prstGeom prst="straightConnector1">
            <a:avLst/>
          </a:prstGeom>
          <a:noFill/>
          <a:ln cap="flat" cmpd="sng" w="38100">
            <a:solidFill>
              <a:schemeClr val="dk1"/>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0"/>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Use Case  - Relationships</a:t>
            </a:r>
            <a:endParaRPr/>
          </a:p>
        </p:txBody>
      </p:sp>
      <p:sp>
        <p:nvSpPr>
          <p:cNvPr id="324" name="Google Shape;324;p10"/>
          <p:cNvSpPr txBox="1"/>
          <p:nvPr>
            <p:ph idx="1" type="body"/>
          </p:nvPr>
        </p:nvSpPr>
        <p:spPr>
          <a:xfrm>
            <a:off x="628650" y="1216479"/>
            <a:ext cx="7886700" cy="4960484"/>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3200"/>
              <a:buChar char="•"/>
            </a:pPr>
            <a:r>
              <a:rPr lang="en-US" sz="3200"/>
              <a:t>Boundary</a:t>
            </a:r>
            <a:endParaRPr/>
          </a:p>
          <a:p>
            <a:pPr indent="-177800" lvl="1" marL="514350" rtl="0" algn="l">
              <a:lnSpc>
                <a:spcPct val="90000"/>
              </a:lnSpc>
              <a:spcBef>
                <a:spcPts val="375"/>
              </a:spcBef>
              <a:spcAft>
                <a:spcPts val="0"/>
              </a:spcAft>
              <a:buClr>
                <a:schemeClr val="dk1"/>
              </a:buClr>
              <a:buSzPts val="2800"/>
              <a:buChar char="ꟷ"/>
            </a:pPr>
            <a:r>
              <a:rPr lang="en-US" sz="2800"/>
              <a:t>A boundary rectangle is placed around the perimeter of the system to show how the actors communicate with the system.  </a:t>
            </a:r>
            <a:endParaRPr/>
          </a:p>
          <a:p>
            <a:pPr indent="0" lvl="1" marL="514350" rtl="0" algn="l">
              <a:lnSpc>
                <a:spcPct val="90000"/>
              </a:lnSpc>
              <a:spcBef>
                <a:spcPts val="375"/>
              </a:spcBef>
              <a:spcAft>
                <a:spcPts val="0"/>
              </a:spcAft>
              <a:buClr>
                <a:schemeClr val="dk1"/>
              </a:buClr>
              <a:buSzPts val="2800"/>
              <a:buNone/>
            </a:pPr>
            <a:r>
              <a:t/>
            </a:r>
            <a:endParaRPr sz="2800"/>
          </a:p>
        </p:txBody>
      </p:sp>
      <p:sp>
        <p:nvSpPr>
          <p:cNvPr id="325" name="Google Shape;325;p10"/>
          <p:cNvSpPr/>
          <p:nvPr/>
        </p:nvSpPr>
        <p:spPr>
          <a:xfrm>
            <a:off x="4877934" y="4729216"/>
            <a:ext cx="2208454" cy="1142469"/>
          </a:xfrm>
          <a:prstGeom prst="ellipse">
            <a:avLst/>
          </a:prstGeom>
          <a:noFill/>
          <a:ln cap="flat" cmpd="sng" w="2857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7"/>
              <a:buFont typeface="Arial"/>
              <a:buNone/>
            </a:pPr>
            <a:r>
              <a:rPr b="0" i="0" lang="en-US" sz="1807" u="none" cap="none" strike="noStrike">
                <a:solidFill>
                  <a:schemeClr val="lt1"/>
                </a:solidFill>
                <a:latin typeface="Calibri"/>
                <a:ea typeface="Calibri"/>
                <a:cs typeface="Calibri"/>
                <a:sym typeface="Calibri"/>
              </a:rPr>
              <a:t>Make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7"/>
              <a:buFont typeface="Arial"/>
              <a:buNone/>
            </a:pPr>
            <a:r>
              <a:rPr b="0" i="0" lang="en-US" sz="1807" u="none" cap="none" strike="noStrike">
                <a:solidFill>
                  <a:schemeClr val="lt1"/>
                </a:solidFill>
                <a:latin typeface="Calibri"/>
                <a:ea typeface="Calibri"/>
                <a:cs typeface="Calibri"/>
                <a:sym typeface="Calibri"/>
              </a:rPr>
              <a:t>Appointment</a:t>
            </a:r>
            <a:endParaRPr b="0" i="0" sz="1400" u="none" cap="none" strike="noStrike">
              <a:solidFill>
                <a:srgbClr val="000000"/>
              </a:solidFill>
              <a:latin typeface="Arial"/>
              <a:ea typeface="Arial"/>
              <a:cs typeface="Arial"/>
              <a:sym typeface="Arial"/>
            </a:endParaRPr>
          </a:p>
        </p:txBody>
      </p:sp>
      <p:cxnSp>
        <p:nvCxnSpPr>
          <p:cNvPr id="326" name="Google Shape;326;p10"/>
          <p:cNvCxnSpPr/>
          <p:nvPr/>
        </p:nvCxnSpPr>
        <p:spPr>
          <a:xfrm>
            <a:off x="2201019" y="5264599"/>
            <a:ext cx="2600431" cy="0"/>
          </a:xfrm>
          <a:prstGeom prst="straightConnector1">
            <a:avLst/>
          </a:prstGeom>
          <a:noFill/>
          <a:ln cap="flat" cmpd="sng" w="12700">
            <a:solidFill>
              <a:schemeClr val="lt1"/>
            </a:solidFill>
            <a:prstDash val="solid"/>
            <a:round/>
            <a:headEnd len="sm" w="sm" type="none"/>
            <a:tailEnd len="sm" w="sm" type="none"/>
          </a:ln>
        </p:spPr>
      </p:cxnSp>
      <p:sp>
        <p:nvSpPr>
          <p:cNvPr id="327" name="Google Shape;327;p10"/>
          <p:cNvSpPr/>
          <p:nvPr/>
        </p:nvSpPr>
        <p:spPr>
          <a:xfrm>
            <a:off x="2713617" y="3352800"/>
            <a:ext cx="4971413" cy="2667000"/>
          </a:xfrm>
          <a:prstGeom prst="rect">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7"/>
              <a:buFont typeface="Arial"/>
              <a:buNone/>
            </a:pPr>
            <a:r>
              <a:t/>
            </a:r>
            <a:endParaRPr b="0" i="0" sz="1807" u="none" cap="none" strike="noStrike">
              <a:solidFill>
                <a:schemeClr val="dk1"/>
              </a:solidFill>
              <a:latin typeface="Calibri"/>
              <a:ea typeface="Calibri"/>
              <a:cs typeface="Calibri"/>
              <a:sym typeface="Calibri"/>
            </a:endParaRPr>
          </a:p>
        </p:txBody>
      </p:sp>
      <p:grpSp>
        <p:nvGrpSpPr>
          <p:cNvPr id="328" name="Google Shape;328;p10"/>
          <p:cNvGrpSpPr/>
          <p:nvPr/>
        </p:nvGrpSpPr>
        <p:grpSpPr>
          <a:xfrm>
            <a:off x="914698" y="3792432"/>
            <a:ext cx="920795" cy="2371136"/>
            <a:chOff x="914698" y="3792432"/>
            <a:chExt cx="920795" cy="2371136"/>
          </a:xfrm>
        </p:grpSpPr>
        <p:grpSp>
          <p:nvGrpSpPr>
            <p:cNvPr id="329" name="Google Shape;329;p10"/>
            <p:cNvGrpSpPr/>
            <p:nvPr/>
          </p:nvGrpSpPr>
          <p:grpSpPr>
            <a:xfrm>
              <a:off x="994177" y="3792432"/>
              <a:ext cx="841316" cy="1990159"/>
              <a:chOff x="4254" y="2630"/>
              <a:chExt cx="528" cy="1249"/>
            </a:xfrm>
          </p:grpSpPr>
          <p:cxnSp>
            <p:nvCxnSpPr>
              <p:cNvPr id="330" name="Google Shape;330;p10"/>
              <p:cNvCxnSpPr/>
              <p:nvPr/>
            </p:nvCxnSpPr>
            <p:spPr>
              <a:xfrm>
                <a:off x="4493" y="2917"/>
                <a:ext cx="1" cy="762"/>
              </a:xfrm>
              <a:prstGeom prst="straightConnector1">
                <a:avLst/>
              </a:prstGeom>
              <a:noFill/>
              <a:ln cap="flat" cmpd="sng" w="39675">
                <a:solidFill>
                  <a:srgbClr val="000000"/>
                </a:solidFill>
                <a:prstDash val="solid"/>
                <a:round/>
                <a:headEnd len="sm" w="sm" type="none"/>
                <a:tailEnd len="sm" w="sm" type="none"/>
              </a:ln>
            </p:spPr>
          </p:cxnSp>
          <p:sp>
            <p:nvSpPr>
              <p:cNvPr id="331" name="Google Shape;331;p10"/>
              <p:cNvSpPr/>
              <p:nvPr/>
            </p:nvSpPr>
            <p:spPr>
              <a:xfrm>
                <a:off x="4350" y="2630"/>
                <a:ext cx="303" cy="286"/>
              </a:xfrm>
              <a:prstGeom prst="ellipse">
                <a:avLst/>
              </a:prstGeom>
              <a:solidFill>
                <a:srgbClr val="D3EFC5"/>
              </a:solidFill>
              <a:ln cap="flat" cmpd="sng" w="396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cxnSp>
            <p:nvCxnSpPr>
              <p:cNvPr id="332" name="Google Shape;332;p10"/>
              <p:cNvCxnSpPr/>
              <p:nvPr/>
            </p:nvCxnSpPr>
            <p:spPr>
              <a:xfrm>
                <a:off x="4254" y="3204"/>
                <a:ext cx="528" cy="1"/>
              </a:xfrm>
              <a:prstGeom prst="straightConnector1">
                <a:avLst/>
              </a:prstGeom>
              <a:noFill/>
              <a:ln cap="flat" cmpd="sng" w="39675">
                <a:solidFill>
                  <a:srgbClr val="000000"/>
                </a:solidFill>
                <a:prstDash val="solid"/>
                <a:round/>
                <a:headEnd len="sm" w="sm" type="none"/>
                <a:tailEnd len="sm" w="sm" type="none"/>
              </a:ln>
            </p:spPr>
          </p:cxnSp>
          <p:cxnSp>
            <p:nvCxnSpPr>
              <p:cNvPr id="333" name="Google Shape;333;p10"/>
              <p:cNvCxnSpPr/>
              <p:nvPr/>
            </p:nvCxnSpPr>
            <p:spPr>
              <a:xfrm flipH="1">
                <a:off x="4285" y="3658"/>
                <a:ext cx="201" cy="191"/>
              </a:xfrm>
              <a:prstGeom prst="straightConnector1">
                <a:avLst/>
              </a:prstGeom>
              <a:noFill/>
              <a:ln cap="flat" cmpd="sng" w="39675">
                <a:solidFill>
                  <a:srgbClr val="000000"/>
                </a:solidFill>
                <a:prstDash val="solid"/>
                <a:round/>
                <a:headEnd len="sm" w="sm" type="none"/>
                <a:tailEnd len="sm" w="sm" type="none"/>
              </a:ln>
            </p:spPr>
          </p:cxnSp>
          <p:cxnSp>
            <p:nvCxnSpPr>
              <p:cNvPr id="334" name="Google Shape;334;p10"/>
              <p:cNvCxnSpPr/>
              <p:nvPr/>
            </p:nvCxnSpPr>
            <p:spPr>
              <a:xfrm>
                <a:off x="4502" y="3664"/>
                <a:ext cx="200" cy="215"/>
              </a:xfrm>
              <a:prstGeom prst="straightConnector1">
                <a:avLst/>
              </a:prstGeom>
              <a:noFill/>
              <a:ln cap="flat" cmpd="sng" w="39675">
                <a:solidFill>
                  <a:srgbClr val="000000"/>
                </a:solidFill>
                <a:prstDash val="solid"/>
                <a:round/>
                <a:headEnd len="sm" w="sm" type="none"/>
                <a:tailEnd len="sm" w="sm" type="none"/>
              </a:ln>
            </p:spPr>
          </p:cxnSp>
        </p:grpSp>
        <p:sp>
          <p:nvSpPr>
            <p:cNvPr id="335" name="Google Shape;335;p10"/>
            <p:cNvSpPr/>
            <p:nvPr/>
          </p:nvSpPr>
          <p:spPr>
            <a:xfrm>
              <a:off x="914698" y="5886569"/>
              <a:ext cx="718145"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Patient</a:t>
              </a:r>
              <a:endParaRPr b="0" i="0" sz="3200" u="none" cap="none" strike="noStrike">
                <a:solidFill>
                  <a:schemeClr val="dk1"/>
                </a:solidFill>
                <a:latin typeface="Times New Roman"/>
                <a:ea typeface="Times New Roman"/>
                <a:cs typeface="Times New Roman"/>
                <a:sym typeface="Times New Roman"/>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1"/>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Sample use case diagram: Hospital</a:t>
            </a:r>
            <a:endParaRPr/>
          </a:p>
        </p:txBody>
      </p:sp>
      <p:pic>
        <p:nvPicPr>
          <p:cNvPr descr="06-04" id="341" name="Google Shape;341;p11"/>
          <p:cNvPicPr preferRelativeResize="0"/>
          <p:nvPr/>
        </p:nvPicPr>
        <p:blipFill rotWithShape="1">
          <a:blip r:embed="rId3">
            <a:alphaModFix/>
          </a:blip>
          <a:srcRect b="0" l="0" r="0" t="0"/>
          <a:stretch/>
        </p:blipFill>
        <p:spPr>
          <a:xfrm>
            <a:off x="1144594" y="1440435"/>
            <a:ext cx="7082669" cy="467822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2"/>
          <p:cNvSpPr txBox="1"/>
          <p:nvPr>
            <p:ph type="title"/>
          </p:nvPr>
        </p:nvSpPr>
        <p:spPr>
          <a:xfrm>
            <a:off x="609600" y="0"/>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Use Case relationship: Generalization</a:t>
            </a:r>
            <a:endParaRPr/>
          </a:p>
        </p:txBody>
      </p:sp>
      <p:sp>
        <p:nvSpPr>
          <p:cNvPr id="347" name="Google Shape;347;p12"/>
          <p:cNvSpPr txBox="1"/>
          <p:nvPr>
            <p:ph idx="1" type="body"/>
          </p:nvPr>
        </p:nvSpPr>
        <p:spPr>
          <a:xfrm>
            <a:off x="651006" y="1737469"/>
            <a:ext cx="4073394" cy="4281450"/>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chemeClr val="dk1"/>
              </a:buClr>
              <a:buSzPts val="3200"/>
              <a:buChar char="•"/>
            </a:pPr>
            <a:r>
              <a:rPr lang="en-US" sz="3200"/>
              <a:t>Generalization</a:t>
            </a:r>
            <a:endParaRPr/>
          </a:p>
          <a:p>
            <a:pPr indent="-171450" lvl="1" marL="514350" rtl="0" algn="l">
              <a:lnSpc>
                <a:spcPct val="90000"/>
              </a:lnSpc>
              <a:spcBef>
                <a:spcPts val="1800"/>
              </a:spcBef>
              <a:spcAft>
                <a:spcPts val="0"/>
              </a:spcAft>
              <a:buClr>
                <a:schemeClr val="dk1"/>
              </a:buClr>
              <a:buSzPts val="2400"/>
              <a:buChar char="ꟷ"/>
            </a:pPr>
            <a:r>
              <a:rPr lang="en-US" sz="2400"/>
              <a:t>From child to parent</a:t>
            </a:r>
            <a:endParaRPr/>
          </a:p>
          <a:p>
            <a:pPr indent="-171450" lvl="1" marL="514350" rtl="0" algn="l">
              <a:lnSpc>
                <a:spcPct val="90000"/>
              </a:lnSpc>
              <a:spcBef>
                <a:spcPts val="1800"/>
              </a:spcBef>
              <a:spcAft>
                <a:spcPts val="0"/>
              </a:spcAft>
              <a:buClr>
                <a:schemeClr val="dk1"/>
              </a:buClr>
              <a:buSzPts val="2400"/>
              <a:buChar char="ꟷ"/>
            </a:pPr>
            <a:r>
              <a:rPr lang="en-US" sz="2400"/>
              <a:t>Represented by a line and a hollow arrow</a:t>
            </a:r>
            <a:endParaRPr/>
          </a:p>
          <a:p>
            <a:pPr indent="-82550" lvl="1" marL="514350" rtl="0" algn="l">
              <a:lnSpc>
                <a:spcPct val="90000"/>
              </a:lnSpc>
              <a:spcBef>
                <a:spcPts val="1800"/>
              </a:spcBef>
              <a:spcAft>
                <a:spcPts val="0"/>
              </a:spcAft>
              <a:buClr>
                <a:schemeClr val="dk1"/>
              </a:buClr>
              <a:buSzPts val="1400"/>
              <a:buNone/>
            </a:pPr>
            <a:r>
              <a:t/>
            </a:r>
            <a:endParaRPr sz="1400"/>
          </a:p>
          <a:p>
            <a:pPr indent="0" lvl="0" marL="171450" rtl="0" algn="l">
              <a:lnSpc>
                <a:spcPct val="90000"/>
              </a:lnSpc>
              <a:spcBef>
                <a:spcPts val="1800"/>
              </a:spcBef>
              <a:spcAft>
                <a:spcPts val="0"/>
              </a:spcAft>
              <a:buClr>
                <a:schemeClr val="dk1"/>
              </a:buClr>
              <a:buSzPts val="2800"/>
              <a:buNone/>
            </a:pPr>
            <a:r>
              <a:t/>
            </a:r>
            <a:endParaRPr sz="2800"/>
          </a:p>
        </p:txBody>
      </p:sp>
      <p:grpSp>
        <p:nvGrpSpPr>
          <p:cNvPr id="348" name="Google Shape;348;p12"/>
          <p:cNvGrpSpPr/>
          <p:nvPr/>
        </p:nvGrpSpPr>
        <p:grpSpPr>
          <a:xfrm>
            <a:off x="6687173" y="1075250"/>
            <a:ext cx="684483" cy="1187961"/>
            <a:chOff x="914698" y="3792432"/>
            <a:chExt cx="1061511" cy="2641656"/>
          </a:xfrm>
        </p:grpSpPr>
        <p:grpSp>
          <p:nvGrpSpPr>
            <p:cNvPr id="349" name="Google Shape;349;p12"/>
            <p:cNvGrpSpPr/>
            <p:nvPr/>
          </p:nvGrpSpPr>
          <p:grpSpPr>
            <a:xfrm>
              <a:off x="994177" y="3792432"/>
              <a:ext cx="841316" cy="1990159"/>
              <a:chOff x="4254" y="2630"/>
              <a:chExt cx="528" cy="1249"/>
            </a:xfrm>
          </p:grpSpPr>
          <p:cxnSp>
            <p:nvCxnSpPr>
              <p:cNvPr id="350" name="Google Shape;350;p12"/>
              <p:cNvCxnSpPr/>
              <p:nvPr/>
            </p:nvCxnSpPr>
            <p:spPr>
              <a:xfrm>
                <a:off x="4493" y="2917"/>
                <a:ext cx="1" cy="762"/>
              </a:xfrm>
              <a:prstGeom prst="straightConnector1">
                <a:avLst/>
              </a:prstGeom>
              <a:noFill/>
              <a:ln cap="flat" cmpd="sng" w="39675">
                <a:solidFill>
                  <a:srgbClr val="000000"/>
                </a:solidFill>
                <a:prstDash val="solid"/>
                <a:round/>
                <a:headEnd len="sm" w="sm" type="none"/>
                <a:tailEnd len="sm" w="sm" type="none"/>
              </a:ln>
            </p:spPr>
          </p:cxnSp>
          <p:sp>
            <p:nvSpPr>
              <p:cNvPr id="351" name="Google Shape;351;p12"/>
              <p:cNvSpPr/>
              <p:nvPr/>
            </p:nvSpPr>
            <p:spPr>
              <a:xfrm>
                <a:off x="4350" y="2630"/>
                <a:ext cx="303" cy="286"/>
              </a:xfrm>
              <a:prstGeom prst="ellipse">
                <a:avLst/>
              </a:prstGeom>
              <a:solidFill>
                <a:srgbClr val="D3EFC5"/>
              </a:solidFill>
              <a:ln cap="flat" cmpd="sng" w="396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cxnSp>
            <p:nvCxnSpPr>
              <p:cNvPr id="352" name="Google Shape;352;p12"/>
              <p:cNvCxnSpPr/>
              <p:nvPr/>
            </p:nvCxnSpPr>
            <p:spPr>
              <a:xfrm>
                <a:off x="4254" y="3204"/>
                <a:ext cx="528" cy="1"/>
              </a:xfrm>
              <a:prstGeom prst="straightConnector1">
                <a:avLst/>
              </a:prstGeom>
              <a:noFill/>
              <a:ln cap="flat" cmpd="sng" w="39675">
                <a:solidFill>
                  <a:srgbClr val="000000"/>
                </a:solidFill>
                <a:prstDash val="solid"/>
                <a:round/>
                <a:headEnd len="sm" w="sm" type="none"/>
                <a:tailEnd len="sm" w="sm" type="none"/>
              </a:ln>
            </p:spPr>
          </p:cxnSp>
          <p:cxnSp>
            <p:nvCxnSpPr>
              <p:cNvPr id="353" name="Google Shape;353;p12"/>
              <p:cNvCxnSpPr/>
              <p:nvPr/>
            </p:nvCxnSpPr>
            <p:spPr>
              <a:xfrm flipH="1">
                <a:off x="4285" y="3658"/>
                <a:ext cx="201" cy="191"/>
              </a:xfrm>
              <a:prstGeom prst="straightConnector1">
                <a:avLst/>
              </a:prstGeom>
              <a:noFill/>
              <a:ln cap="flat" cmpd="sng" w="39675">
                <a:solidFill>
                  <a:srgbClr val="000000"/>
                </a:solidFill>
                <a:prstDash val="solid"/>
                <a:round/>
                <a:headEnd len="sm" w="sm" type="none"/>
                <a:tailEnd len="sm" w="sm" type="none"/>
              </a:ln>
            </p:spPr>
          </p:cxnSp>
          <p:cxnSp>
            <p:nvCxnSpPr>
              <p:cNvPr id="354" name="Google Shape;354;p12"/>
              <p:cNvCxnSpPr/>
              <p:nvPr/>
            </p:nvCxnSpPr>
            <p:spPr>
              <a:xfrm>
                <a:off x="4502" y="3664"/>
                <a:ext cx="200" cy="215"/>
              </a:xfrm>
              <a:prstGeom prst="straightConnector1">
                <a:avLst/>
              </a:prstGeom>
              <a:noFill/>
              <a:ln cap="flat" cmpd="sng" w="39675">
                <a:solidFill>
                  <a:srgbClr val="000000"/>
                </a:solidFill>
                <a:prstDash val="solid"/>
                <a:round/>
                <a:headEnd len="sm" w="sm" type="none"/>
                <a:tailEnd len="sm" w="sm" type="none"/>
              </a:ln>
            </p:spPr>
          </p:cxnSp>
        </p:grpSp>
        <p:sp>
          <p:nvSpPr>
            <p:cNvPr id="355" name="Google Shape;355;p12"/>
            <p:cNvSpPr/>
            <p:nvPr/>
          </p:nvSpPr>
          <p:spPr>
            <a:xfrm>
              <a:off x="914698" y="5886569"/>
              <a:ext cx="1061511" cy="54751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Patient</a:t>
              </a:r>
              <a:endParaRPr b="1" i="0" sz="2800" u="none" cap="none" strike="noStrike">
                <a:solidFill>
                  <a:schemeClr val="dk1"/>
                </a:solidFill>
                <a:latin typeface="Times New Roman"/>
                <a:ea typeface="Times New Roman"/>
                <a:cs typeface="Times New Roman"/>
                <a:sym typeface="Times New Roman"/>
              </a:endParaRPr>
            </a:p>
          </p:txBody>
        </p:sp>
      </p:grpSp>
      <p:grpSp>
        <p:nvGrpSpPr>
          <p:cNvPr id="356" name="Google Shape;356;p12"/>
          <p:cNvGrpSpPr/>
          <p:nvPr/>
        </p:nvGrpSpPr>
        <p:grpSpPr>
          <a:xfrm>
            <a:off x="7772400" y="3673258"/>
            <a:ext cx="1085233" cy="1203542"/>
            <a:chOff x="707181" y="3792432"/>
            <a:chExt cx="1683001" cy="2676303"/>
          </a:xfrm>
        </p:grpSpPr>
        <p:grpSp>
          <p:nvGrpSpPr>
            <p:cNvPr id="357" name="Google Shape;357;p12"/>
            <p:cNvGrpSpPr/>
            <p:nvPr/>
          </p:nvGrpSpPr>
          <p:grpSpPr>
            <a:xfrm>
              <a:off x="994177" y="3792432"/>
              <a:ext cx="841316" cy="1990159"/>
              <a:chOff x="4254" y="2630"/>
              <a:chExt cx="528" cy="1249"/>
            </a:xfrm>
          </p:grpSpPr>
          <p:cxnSp>
            <p:nvCxnSpPr>
              <p:cNvPr id="358" name="Google Shape;358;p12"/>
              <p:cNvCxnSpPr/>
              <p:nvPr/>
            </p:nvCxnSpPr>
            <p:spPr>
              <a:xfrm>
                <a:off x="4493" y="2917"/>
                <a:ext cx="1" cy="762"/>
              </a:xfrm>
              <a:prstGeom prst="straightConnector1">
                <a:avLst/>
              </a:prstGeom>
              <a:noFill/>
              <a:ln cap="flat" cmpd="sng" w="39675">
                <a:solidFill>
                  <a:srgbClr val="000000"/>
                </a:solidFill>
                <a:prstDash val="solid"/>
                <a:round/>
                <a:headEnd len="sm" w="sm" type="none"/>
                <a:tailEnd len="sm" w="sm" type="none"/>
              </a:ln>
            </p:spPr>
          </p:cxnSp>
          <p:sp>
            <p:nvSpPr>
              <p:cNvPr id="359" name="Google Shape;359;p12"/>
              <p:cNvSpPr/>
              <p:nvPr/>
            </p:nvSpPr>
            <p:spPr>
              <a:xfrm>
                <a:off x="4350" y="2630"/>
                <a:ext cx="303" cy="286"/>
              </a:xfrm>
              <a:prstGeom prst="ellipse">
                <a:avLst/>
              </a:prstGeom>
              <a:solidFill>
                <a:srgbClr val="D3EFC5"/>
              </a:solidFill>
              <a:ln cap="flat" cmpd="sng" w="396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cxnSp>
            <p:nvCxnSpPr>
              <p:cNvPr id="360" name="Google Shape;360;p12"/>
              <p:cNvCxnSpPr/>
              <p:nvPr/>
            </p:nvCxnSpPr>
            <p:spPr>
              <a:xfrm>
                <a:off x="4254" y="3204"/>
                <a:ext cx="528" cy="1"/>
              </a:xfrm>
              <a:prstGeom prst="straightConnector1">
                <a:avLst/>
              </a:prstGeom>
              <a:noFill/>
              <a:ln cap="flat" cmpd="sng" w="39675">
                <a:solidFill>
                  <a:srgbClr val="000000"/>
                </a:solidFill>
                <a:prstDash val="solid"/>
                <a:round/>
                <a:headEnd len="sm" w="sm" type="none"/>
                <a:tailEnd len="sm" w="sm" type="none"/>
              </a:ln>
            </p:spPr>
          </p:cxnSp>
          <p:cxnSp>
            <p:nvCxnSpPr>
              <p:cNvPr id="361" name="Google Shape;361;p12"/>
              <p:cNvCxnSpPr/>
              <p:nvPr/>
            </p:nvCxnSpPr>
            <p:spPr>
              <a:xfrm flipH="1">
                <a:off x="4285" y="3658"/>
                <a:ext cx="201" cy="191"/>
              </a:xfrm>
              <a:prstGeom prst="straightConnector1">
                <a:avLst/>
              </a:prstGeom>
              <a:noFill/>
              <a:ln cap="flat" cmpd="sng" w="39675">
                <a:solidFill>
                  <a:srgbClr val="000000"/>
                </a:solidFill>
                <a:prstDash val="solid"/>
                <a:round/>
                <a:headEnd len="sm" w="sm" type="none"/>
                <a:tailEnd len="sm" w="sm" type="none"/>
              </a:ln>
            </p:spPr>
          </p:cxnSp>
          <p:cxnSp>
            <p:nvCxnSpPr>
              <p:cNvPr id="362" name="Google Shape;362;p12"/>
              <p:cNvCxnSpPr/>
              <p:nvPr/>
            </p:nvCxnSpPr>
            <p:spPr>
              <a:xfrm>
                <a:off x="4502" y="3664"/>
                <a:ext cx="200" cy="215"/>
              </a:xfrm>
              <a:prstGeom prst="straightConnector1">
                <a:avLst/>
              </a:prstGeom>
              <a:noFill/>
              <a:ln cap="flat" cmpd="sng" w="39675">
                <a:solidFill>
                  <a:srgbClr val="000000"/>
                </a:solidFill>
                <a:prstDash val="solid"/>
                <a:round/>
                <a:headEnd len="sm" w="sm" type="none"/>
                <a:tailEnd len="sm" w="sm" type="none"/>
              </a:ln>
            </p:spPr>
          </p:cxnSp>
        </p:grpSp>
        <p:sp>
          <p:nvSpPr>
            <p:cNvPr id="363" name="Google Shape;363;p12"/>
            <p:cNvSpPr/>
            <p:nvPr/>
          </p:nvSpPr>
          <p:spPr>
            <a:xfrm>
              <a:off x="707181" y="5921216"/>
              <a:ext cx="1683001" cy="54751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Old Patient</a:t>
              </a:r>
              <a:endParaRPr b="1" i="0" sz="2800" u="none" cap="none" strike="noStrike">
                <a:solidFill>
                  <a:schemeClr val="dk1"/>
                </a:solidFill>
                <a:latin typeface="Times New Roman"/>
                <a:ea typeface="Times New Roman"/>
                <a:cs typeface="Times New Roman"/>
                <a:sym typeface="Times New Roman"/>
              </a:endParaRPr>
            </a:p>
          </p:txBody>
        </p:sp>
      </p:grpSp>
      <p:grpSp>
        <p:nvGrpSpPr>
          <p:cNvPr id="364" name="Google Shape;364;p12"/>
          <p:cNvGrpSpPr/>
          <p:nvPr/>
        </p:nvGrpSpPr>
        <p:grpSpPr>
          <a:xfrm>
            <a:off x="5181600" y="3673258"/>
            <a:ext cx="1163780" cy="1203542"/>
            <a:chOff x="463896" y="3792432"/>
            <a:chExt cx="1804815" cy="2676303"/>
          </a:xfrm>
        </p:grpSpPr>
        <p:grpSp>
          <p:nvGrpSpPr>
            <p:cNvPr id="365" name="Google Shape;365;p12"/>
            <p:cNvGrpSpPr/>
            <p:nvPr/>
          </p:nvGrpSpPr>
          <p:grpSpPr>
            <a:xfrm>
              <a:off x="994177" y="3792432"/>
              <a:ext cx="841316" cy="1990159"/>
              <a:chOff x="4254" y="2630"/>
              <a:chExt cx="528" cy="1249"/>
            </a:xfrm>
          </p:grpSpPr>
          <p:cxnSp>
            <p:nvCxnSpPr>
              <p:cNvPr id="366" name="Google Shape;366;p12"/>
              <p:cNvCxnSpPr/>
              <p:nvPr/>
            </p:nvCxnSpPr>
            <p:spPr>
              <a:xfrm>
                <a:off x="4493" y="2917"/>
                <a:ext cx="1" cy="762"/>
              </a:xfrm>
              <a:prstGeom prst="straightConnector1">
                <a:avLst/>
              </a:prstGeom>
              <a:noFill/>
              <a:ln cap="flat" cmpd="sng" w="39675">
                <a:solidFill>
                  <a:srgbClr val="000000"/>
                </a:solidFill>
                <a:prstDash val="solid"/>
                <a:round/>
                <a:headEnd len="sm" w="sm" type="none"/>
                <a:tailEnd len="sm" w="sm" type="none"/>
              </a:ln>
            </p:spPr>
          </p:cxnSp>
          <p:sp>
            <p:nvSpPr>
              <p:cNvPr id="367" name="Google Shape;367;p12"/>
              <p:cNvSpPr/>
              <p:nvPr/>
            </p:nvSpPr>
            <p:spPr>
              <a:xfrm>
                <a:off x="4350" y="2630"/>
                <a:ext cx="303" cy="286"/>
              </a:xfrm>
              <a:prstGeom prst="ellipse">
                <a:avLst/>
              </a:prstGeom>
              <a:solidFill>
                <a:srgbClr val="D3EFC5"/>
              </a:solidFill>
              <a:ln cap="flat" cmpd="sng" w="396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cxnSp>
            <p:nvCxnSpPr>
              <p:cNvPr id="368" name="Google Shape;368;p12"/>
              <p:cNvCxnSpPr/>
              <p:nvPr/>
            </p:nvCxnSpPr>
            <p:spPr>
              <a:xfrm>
                <a:off x="4254" y="3204"/>
                <a:ext cx="528" cy="1"/>
              </a:xfrm>
              <a:prstGeom prst="straightConnector1">
                <a:avLst/>
              </a:prstGeom>
              <a:noFill/>
              <a:ln cap="flat" cmpd="sng" w="39675">
                <a:solidFill>
                  <a:srgbClr val="000000"/>
                </a:solidFill>
                <a:prstDash val="solid"/>
                <a:round/>
                <a:headEnd len="sm" w="sm" type="none"/>
                <a:tailEnd len="sm" w="sm" type="none"/>
              </a:ln>
            </p:spPr>
          </p:cxnSp>
          <p:cxnSp>
            <p:nvCxnSpPr>
              <p:cNvPr id="369" name="Google Shape;369;p12"/>
              <p:cNvCxnSpPr/>
              <p:nvPr/>
            </p:nvCxnSpPr>
            <p:spPr>
              <a:xfrm flipH="1">
                <a:off x="4285" y="3658"/>
                <a:ext cx="201" cy="191"/>
              </a:xfrm>
              <a:prstGeom prst="straightConnector1">
                <a:avLst/>
              </a:prstGeom>
              <a:noFill/>
              <a:ln cap="flat" cmpd="sng" w="39675">
                <a:solidFill>
                  <a:srgbClr val="000000"/>
                </a:solidFill>
                <a:prstDash val="solid"/>
                <a:round/>
                <a:headEnd len="sm" w="sm" type="none"/>
                <a:tailEnd len="sm" w="sm" type="none"/>
              </a:ln>
            </p:spPr>
          </p:cxnSp>
          <p:cxnSp>
            <p:nvCxnSpPr>
              <p:cNvPr id="370" name="Google Shape;370;p12"/>
              <p:cNvCxnSpPr/>
              <p:nvPr/>
            </p:nvCxnSpPr>
            <p:spPr>
              <a:xfrm>
                <a:off x="4502" y="3664"/>
                <a:ext cx="200" cy="215"/>
              </a:xfrm>
              <a:prstGeom prst="straightConnector1">
                <a:avLst/>
              </a:prstGeom>
              <a:noFill/>
              <a:ln cap="flat" cmpd="sng" w="39675">
                <a:solidFill>
                  <a:srgbClr val="000000"/>
                </a:solidFill>
                <a:prstDash val="solid"/>
                <a:round/>
                <a:headEnd len="sm" w="sm" type="none"/>
                <a:tailEnd len="sm" w="sm" type="none"/>
              </a:ln>
            </p:spPr>
          </p:cxnSp>
        </p:grpSp>
        <p:sp>
          <p:nvSpPr>
            <p:cNvPr id="371" name="Google Shape;371;p12"/>
            <p:cNvSpPr/>
            <p:nvPr/>
          </p:nvSpPr>
          <p:spPr>
            <a:xfrm>
              <a:off x="463896" y="5921216"/>
              <a:ext cx="1804815" cy="54751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New Patient</a:t>
              </a:r>
              <a:endParaRPr b="1" i="0" sz="2800" u="none" cap="none" strike="noStrike">
                <a:solidFill>
                  <a:schemeClr val="dk1"/>
                </a:solidFill>
                <a:latin typeface="Times New Roman"/>
                <a:ea typeface="Times New Roman"/>
                <a:cs typeface="Times New Roman"/>
                <a:sym typeface="Times New Roman"/>
              </a:endParaRPr>
            </a:p>
          </p:txBody>
        </p:sp>
      </p:grpSp>
      <p:cxnSp>
        <p:nvCxnSpPr>
          <p:cNvPr id="372" name="Google Shape;372;p12"/>
          <p:cNvCxnSpPr>
            <a:stCxn id="367" idx="0"/>
            <a:endCxn id="359" idx="0"/>
          </p:cNvCxnSpPr>
          <p:nvPr/>
        </p:nvCxnSpPr>
        <p:spPr>
          <a:xfrm flipH="1" rot="-5400000">
            <a:off x="6994481" y="2456608"/>
            <a:ext cx="600" cy="2433900"/>
          </a:xfrm>
          <a:prstGeom prst="bentConnector3">
            <a:avLst>
              <a:gd fmla="val -43262086" name="adj1"/>
            </a:avLst>
          </a:prstGeom>
          <a:noFill/>
          <a:ln cap="flat" cmpd="sng" w="38100">
            <a:solidFill>
              <a:schemeClr val="dk1"/>
            </a:solidFill>
            <a:prstDash val="solid"/>
            <a:miter lim="800000"/>
            <a:headEnd len="sm" w="sm" type="none"/>
            <a:tailEnd len="sm" w="sm" type="none"/>
          </a:ln>
        </p:spPr>
      </p:cxnSp>
      <p:sp>
        <p:nvSpPr>
          <p:cNvPr id="373" name="Google Shape;373;p12"/>
          <p:cNvSpPr/>
          <p:nvPr/>
        </p:nvSpPr>
        <p:spPr>
          <a:xfrm>
            <a:off x="6873533" y="2317260"/>
            <a:ext cx="238370" cy="336039"/>
          </a:xfrm>
          <a:prstGeom prst="triangle">
            <a:avLst>
              <a:gd fmla="val 50000"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374" name="Google Shape;374;p12"/>
          <p:cNvCxnSpPr>
            <a:stCxn id="373" idx="3"/>
          </p:cNvCxnSpPr>
          <p:nvPr/>
        </p:nvCxnSpPr>
        <p:spPr>
          <a:xfrm flipH="1">
            <a:off x="6976818" y="2653299"/>
            <a:ext cx="15900" cy="775800"/>
          </a:xfrm>
          <a:prstGeom prst="straightConnector1">
            <a:avLst/>
          </a:prstGeom>
          <a:noFill/>
          <a:ln cap="flat" cmpd="sng" w="38100">
            <a:solidFill>
              <a:schemeClr val="dk1"/>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par>
                                <p:cTn fill="hold" nodeType="with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500"/>
                                        <p:tgtEl>
                                          <p:spTgt spid="3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childTnLst>
                          </p:cTn>
                        </p:par>
                        <p:par>
                          <p:cTn fill="hold">
                            <p:stCondLst>
                              <p:cond delay="2000"/>
                            </p:stCondLst>
                            <p:childTnLst>
                              <p:par>
                                <p:cTn fill="hold" nodeType="after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3"/>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Use case relationships: Extend</a:t>
            </a:r>
            <a:endParaRPr/>
          </a:p>
        </p:txBody>
      </p:sp>
      <p:sp>
        <p:nvSpPr>
          <p:cNvPr id="380" name="Google Shape;380;p13"/>
          <p:cNvSpPr txBox="1"/>
          <p:nvPr>
            <p:ph idx="1" type="body"/>
          </p:nvPr>
        </p:nvSpPr>
        <p:spPr>
          <a:xfrm>
            <a:off x="628650" y="1216479"/>
            <a:ext cx="8093780" cy="4960484"/>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800"/>
              <a:buChar char="•"/>
            </a:pPr>
            <a:r>
              <a:rPr lang="en-US" sz="2800"/>
              <a:t>Extend</a:t>
            </a:r>
            <a:endParaRPr/>
          </a:p>
          <a:p>
            <a:pPr indent="-171450" lvl="1" marL="514350" rtl="0" algn="l">
              <a:lnSpc>
                <a:spcPct val="90000"/>
              </a:lnSpc>
              <a:spcBef>
                <a:spcPts val="1200"/>
              </a:spcBef>
              <a:spcAft>
                <a:spcPts val="0"/>
              </a:spcAft>
              <a:buClr>
                <a:schemeClr val="dk1"/>
              </a:buClr>
              <a:buSzPts val="2400"/>
              <a:buChar char="ꟷ"/>
            </a:pPr>
            <a:r>
              <a:rPr lang="en-US" sz="2400"/>
              <a:t>Represents the extension of the use case to include optional functionality </a:t>
            </a:r>
            <a:endParaRPr/>
          </a:p>
          <a:p>
            <a:pPr indent="-171450" lvl="1" marL="514350" rtl="0" algn="l">
              <a:lnSpc>
                <a:spcPct val="90000"/>
              </a:lnSpc>
              <a:spcBef>
                <a:spcPts val="1200"/>
              </a:spcBef>
              <a:spcAft>
                <a:spcPts val="0"/>
              </a:spcAft>
              <a:buClr>
                <a:schemeClr val="dk1"/>
              </a:buClr>
              <a:buSzPts val="2400"/>
              <a:buChar char="ꟷ"/>
            </a:pPr>
            <a:r>
              <a:rPr lang="en-US" sz="2400"/>
              <a:t>Arrow is drawn from the extension use case to the base use case</a:t>
            </a:r>
            <a:endParaRPr/>
          </a:p>
          <a:p>
            <a:pPr indent="-171450" lvl="1" marL="514350" rtl="0" algn="l">
              <a:lnSpc>
                <a:spcPct val="90000"/>
              </a:lnSpc>
              <a:spcBef>
                <a:spcPts val="1200"/>
              </a:spcBef>
              <a:spcAft>
                <a:spcPts val="0"/>
              </a:spcAft>
              <a:buClr>
                <a:schemeClr val="dk1"/>
              </a:buClr>
              <a:buSzPts val="2400"/>
              <a:buChar char="ꟷ"/>
            </a:pPr>
            <a:r>
              <a:rPr lang="en-US" sz="2400"/>
              <a:t>Write &lt;&lt; extend &gt;&gt; above arrowhead line</a:t>
            </a:r>
            <a:endParaRPr/>
          </a:p>
          <a:p>
            <a:pPr indent="-19050" lvl="0" marL="171450" rtl="0" algn="l">
              <a:lnSpc>
                <a:spcPct val="90000"/>
              </a:lnSpc>
              <a:spcBef>
                <a:spcPts val="1350"/>
              </a:spcBef>
              <a:spcAft>
                <a:spcPts val="0"/>
              </a:spcAft>
              <a:buClr>
                <a:schemeClr val="dk1"/>
              </a:buClr>
              <a:buSzPts val="2400"/>
              <a:buNone/>
            </a:pPr>
            <a:r>
              <a:t/>
            </a:r>
            <a:endParaRPr sz="2400"/>
          </a:p>
        </p:txBody>
      </p:sp>
      <p:sp>
        <p:nvSpPr>
          <p:cNvPr id="381" name="Google Shape;381;p13"/>
          <p:cNvSpPr/>
          <p:nvPr/>
        </p:nvSpPr>
        <p:spPr>
          <a:xfrm>
            <a:off x="6060370" y="4400492"/>
            <a:ext cx="2855030" cy="992067"/>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2" name="Google Shape;382;p13"/>
          <p:cNvSpPr/>
          <p:nvPr/>
        </p:nvSpPr>
        <p:spPr>
          <a:xfrm>
            <a:off x="6553200" y="4738513"/>
            <a:ext cx="1897955"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Make appointment</a:t>
            </a:r>
            <a:endParaRPr b="0" i="0" sz="3200" u="none" cap="none" strike="noStrike">
              <a:solidFill>
                <a:schemeClr val="dk1"/>
              </a:solidFill>
              <a:latin typeface="Times New Roman"/>
              <a:ea typeface="Times New Roman"/>
              <a:cs typeface="Times New Roman"/>
              <a:sym typeface="Times New Roman"/>
            </a:endParaRPr>
          </a:p>
        </p:txBody>
      </p:sp>
      <p:cxnSp>
        <p:nvCxnSpPr>
          <p:cNvPr id="383" name="Google Shape;383;p13"/>
          <p:cNvCxnSpPr>
            <a:endCxn id="384" idx="3"/>
          </p:cNvCxnSpPr>
          <p:nvPr/>
        </p:nvCxnSpPr>
        <p:spPr>
          <a:xfrm>
            <a:off x="3066445" y="4887226"/>
            <a:ext cx="2611800" cy="9300"/>
          </a:xfrm>
          <a:prstGeom prst="straightConnector1">
            <a:avLst/>
          </a:prstGeom>
          <a:noFill/>
          <a:ln cap="flat" cmpd="sng" w="38100">
            <a:solidFill>
              <a:schemeClr val="dk1"/>
            </a:solidFill>
            <a:prstDash val="dash"/>
            <a:miter lim="800000"/>
            <a:headEnd len="sm" w="sm" type="none"/>
            <a:tailEnd len="sm" w="sm" type="none"/>
          </a:ln>
        </p:spPr>
      </p:cxnSp>
      <p:sp>
        <p:nvSpPr>
          <p:cNvPr id="385" name="Google Shape;385;p13"/>
          <p:cNvSpPr/>
          <p:nvPr/>
        </p:nvSpPr>
        <p:spPr>
          <a:xfrm>
            <a:off x="358877" y="4400492"/>
            <a:ext cx="2708525" cy="992067"/>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13"/>
          <p:cNvSpPr/>
          <p:nvPr/>
        </p:nvSpPr>
        <p:spPr>
          <a:xfrm>
            <a:off x="740480" y="4701191"/>
            <a:ext cx="1943489"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Update patient information</a:t>
            </a:r>
            <a:endParaRPr b="0" i="0" sz="3200" u="none" cap="none" strike="noStrike">
              <a:solidFill>
                <a:schemeClr val="dk1"/>
              </a:solidFill>
              <a:latin typeface="Times New Roman"/>
              <a:ea typeface="Times New Roman"/>
              <a:cs typeface="Times New Roman"/>
              <a:sym typeface="Times New Roman"/>
            </a:endParaRPr>
          </a:p>
        </p:txBody>
      </p:sp>
      <p:sp>
        <p:nvSpPr>
          <p:cNvPr id="384" name="Google Shape;384;p13"/>
          <p:cNvSpPr/>
          <p:nvPr/>
        </p:nvSpPr>
        <p:spPr>
          <a:xfrm rot="5400000">
            <a:off x="5746382" y="4727515"/>
            <a:ext cx="201746" cy="338021"/>
          </a:xfrm>
          <a:prstGeom prst="triangle">
            <a:avLst>
              <a:gd fmla="val 50000"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7" name="Google Shape;387;p13"/>
          <p:cNvSpPr/>
          <p:nvPr/>
        </p:nvSpPr>
        <p:spPr>
          <a:xfrm>
            <a:off x="3585170" y="4505391"/>
            <a:ext cx="1231106"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&lt;&lt;extend&gt;&gt;</a:t>
            </a:r>
            <a:endParaRPr b="0" i="1" sz="32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500"/>
                                        <p:tgtEl>
                                          <p:spTgt spid="383"/>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par>
                          <p:cTn fill="hold">
                            <p:stCondLst>
                              <p:cond delay="502"/>
                            </p:stCondLst>
                            <p:childTnLst>
                              <p:par>
                                <p:cTn fill="hold" nodeType="after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par>
                          <p:cTn fill="hold">
                            <p:stCondLst>
                              <p:cond delay="503"/>
                            </p:stCondLst>
                            <p:childTnLst>
                              <p:par>
                                <p:cTn fill="hold" nodeType="after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4"/>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Use case relationship: Include</a:t>
            </a:r>
            <a:endParaRPr/>
          </a:p>
        </p:txBody>
      </p:sp>
      <p:sp>
        <p:nvSpPr>
          <p:cNvPr id="393" name="Google Shape;393;p14"/>
          <p:cNvSpPr txBox="1"/>
          <p:nvPr>
            <p:ph idx="1" type="body"/>
          </p:nvPr>
        </p:nvSpPr>
        <p:spPr>
          <a:xfrm>
            <a:off x="628650" y="1216479"/>
            <a:ext cx="8210550" cy="2745921"/>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3200"/>
              <a:buChar char="•"/>
            </a:pPr>
            <a:r>
              <a:rPr lang="en-US" sz="3200"/>
              <a:t>Include</a:t>
            </a:r>
            <a:endParaRPr/>
          </a:p>
          <a:p>
            <a:pPr indent="-171450" lvl="1" marL="514350" rtl="0" algn="l">
              <a:lnSpc>
                <a:spcPct val="90000"/>
              </a:lnSpc>
              <a:spcBef>
                <a:spcPts val="1200"/>
              </a:spcBef>
              <a:spcAft>
                <a:spcPts val="0"/>
              </a:spcAft>
              <a:buClr>
                <a:schemeClr val="dk1"/>
              </a:buClr>
              <a:buSzPts val="2400"/>
              <a:buChar char="ꟷ"/>
            </a:pPr>
            <a:r>
              <a:rPr lang="en-US" sz="2400"/>
              <a:t>Represents the inclusion of the functionality of one use case within another </a:t>
            </a:r>
            <a:endParaRPr/>
          </a:p>
          <a:p>
            <a:pPr indent="-171450" lvl="1" marL="514350" rtl="0" algn="l">
              <a:lnSpc>
                <a:spcPct val="90000"/>
              </a:lnSpc>
              <a:spcBef>
                <a:spcPts val="1200"/>
              </a:spcBef>
              <a:spcAft>
                <a:spcPts val="0"/>
              </a:spcAft>
              <a:buClr>
                <a:schemeClr val="dk1"/>
              </a:buClr>
              <a:buSzPts val="2400"/>
              <a:buChar char="ꟷ"/>
            </a:pPr>
            <a:r>
              <a:rPr lang="en-US" sz="2400"/>
              <a:t>Arrow is drawn from the base use case to the used use case</a:t>
            </a:r>
            <a:endParaRPr/>
          </a:p>
          <a:p>
            <a:pPr indent="-171450" lvl="1" marL="514350" rtl="0" algn="l">
              <a:lnSpc>
                <a:spcPct val="90000"/>
              </a:lnSpc>
              <a:spcBef>
                <a:spcPts val="1200"/>
              </a:spcBef>
              <a:spcAft>
                <a:spcPts val="0"/>
              </a:spcAft>
              <a:buClr>
                <a:schemeClr val="dk1"/>
              </a:buClr>
              <a:buSzPts val="2400"/>
              <a:buChar char="ꟷ"/>
            </a:pPr>
            <a:r>
              <a:rPr lang="en-US" sz="2400"/>
              <a:t>Write &lt;&lt; include &gt;&gt; above arrowhead line</a:t>
            </a:r>
            <a:endParaRPr/>
          </a:p>
          <a:p>
            <a:pPr indent="-101600" lvl="1" marL="514350" rtl="0" algn="l">
              <a:lnSpc>
                <a:spcPct val="90000"/>
              </a:lnSpc>
              <a:spcBef>
                <a:spcPts val="1200"/>
              </a:spcBef>
              <a:spcAft>
                <a:spcPts val="0"/>
              </a:spcAft>
              <a:buClr>
                <a:schemeClr val="dk1"/>
              </a:buClr>
              <a:buSzPts val="1100"/>
              <a:buNone/>
            </a:pPr>
            <a:r>
              <a:t/>
            </a:r>
            <a:endParaRPr sz="1100"/>
          </a:p>
          <a:p>
            <a:pPr indent="0" lvl="0" marL="171450" rtl="0" algn="l">
              <a:lnSpc>
                <a:spcPct val="90000"/>
              </a:lnSpc>
              <a:spcBef>
                <a:spcPts val="1350"/>
              </a:spcBef>
              <a:spcAft>
                <a:spcPts val="0"/>
              </a:spcAft>
              <a:buClr>
                <a:schemeClr val="dk1"/>
              </a:buClr>
              <a:buSzPts val="2800"/>
              <a:buNone/>
            </a:pPr>
            <a:r>
              <a:t/>
            </a:r>
            <a:endParaRPr sz="2800"/>
          </a:p>
        </p:txBody>
      </p:sp>
      <p:sp>
        <p:nvSpPr>
          <p:cNvPr id="394" name="Google Shape;394;p14"/>
          <p:cNvSpPr/>
          <p:nvPr/>
        </p:nvSpPr>
        <p:spPr>
          <a:xfrm>
            <a:off x="6060370" y="4400492"/>
            <a:ext cx="2855030" cy="992067"/>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5" name="Google Shape;395;p14"/>
          <p:cNvSpPr/>
          <p:nvPr/>
        </p:nvSpPr>
        <p:spPr>
          <a:xfrm>
            <a:off x="6553200" y="4738513"/>
            <a:ext cx="1821011"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Manage schedule</a:t>
            </a:r>
            <a:endParaRPr b="0" i="0" sz="3200" u="none" cap="none" strike="noStrike">
              <a:solidFill>
                <a:schemeClr val="dk1"/>
              </a:solidFill>
              <a:latin typeface="Times New Roman"/>
              <a:ea typeface="Times New Roman"/>
              <a:cs typeface="Times New Roman"/>
              <a:sym typeface="Times New Roman"/>
            </a:endParaRPr>
          </a:p>
        </p:txBody>
      </p:sp>
      <p:cxnSp>
        <p:nvCxnSpPr>
          <p:cNvPr id="396" name="Google Shape;396;p14"/>
          <p:cNvCxnSpPr>
            <a:endCxn id="397" idx="3"/>
          </p:cNvCxnSpPr>
          <p:nvPr/>
        </p:nvCxnSpPr>
        <p:spPr>
          <a:xfrm>
            <a:off x="3066445" y="4887226"/>
            <a:ext cx="2611800" cy="9300"/>
          </a:xfrm>
          <a:prstGeom prst="straightConnector1">
            <a:avLst/>
          </a:prstGeom>
          <a:noFill/>
          <a:ln cap="flat" cmpd="sng" w="38100">
            <a:solidFill>
              <a:schemeClr val="dk1"/>
            </a:solidFill>
            <a:prstDash val="dash"/>
            <a:miter lim="800000"/>
            <a:headEnd len="sm" w="sm" type="none"/>
            <a:tailEnd len="sm" w="sm" type="none"/>
          </a:ln>
        </p:spPr>
      </p:cxnSp>
      <p:sp>
        <p:nvSpPr>
          <p:cNvPr id="398" name="Google Shape;398;p14"/>
          <p:cNvSpPr/>
          <p:nvPr/>
        </p:nvSpPr>
        <p:spPr>
          <a:xfrm>
            <a:off x="358877" y="4400492"/>
            <a:ext cx="2708525" cy="992067"/>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9" name="Google Shape;399;p14"/>
          <p:cNvSpPr/>
          <p:nvPr/>
        </p:nvSpPr>
        <p:spPr>
          <a:xfrm>
            <a:off x="740480" y="4701191"/>
            <a:ext cx="1943489" cy="27699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Record availability</a:t>
            </a:r>
            <a:endParaRPr b="0" i="0" sz="3200" u="none" cap="none" strike="noStrike">
              <a:solidFill>
                <a:schemeClr val="dk1"/>
              </a:solidFill>
              <a:latin typeface="Times New Roman"/>
              <a:ea typeface="Times New Roman"/>
              <a:cs typeface="Times New Roman"/>
              <a:sym typeface="Times New Roman"/>
            </a:endParaRPr>
          </a:p>
        </p:txBody>
      </p:sp>
      <p:sp>
        <p:nvSpPr>
          <p:cNvPr id="397" name="Google Shape;397;p14"/>
          <p:cNvSpPr/>
          <p:nvPr/>
        </p:nvSpPr>
        <p:spPr>
          <a:xfrm rot="5400000">
            <a:off x="5746382" y="4727515"/>
            <a:ext cx="201746" cy="338021"/>
          </a:xfrm>
          <a:prstGeom prst="triangle">
            <a:avLst>
              <a:gd fmla="val 50000"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0" name="Google Shape;400;p14"/>
          <p:cNvSpPr/>
          <p:nvPr/>
        </p:nvSpPr>
        <p:spPr>
          <a:xfrm>
            <a:off x="3585170" y="4505391"/>
            <a:ext cx="1269578"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latin typeface="Arial"/>
                <a:ea typeface="Arial"/>
                <a:cs typeface="Arial"/>
                <a:sym typeface="Arial"/>
              </a:rPr>
              <a:t>&lt;&lt;include&gt;&gt;</a:t>
            </a:r>
            <a:endParaRPr b="0" i="1" sz="32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par>
                          <p:cTn fill="hold">
                            <p:stCondLst>
                              <p:cond delay="502"/>
                            </p:stCondLst>
                            <p:childTnLst>
                              <p:par>
                                <p:cTn fill="hold" nodeType="after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par>
                          <p:cTn fill="hold">
                            <p:stCondLst>
                              <p:cond delay="503"/>
                            </p:stCondLst>
                            <p:childTnLst>
                              <p:par>
                                <p:cTn fill="hold" nodeType="after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2"/>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Remember</a:t>
            </a:r>
            <a:endParaRPr/>
          </a:p>
        </p:txBody>
      </p:sp>
      <p:sp>
        <p:nvSpPr>
          <p:cNvPr id="406" name="Google Shape;406;p52"/>
          <p:cNvSpPr txBox="1"/>
          <p:nvPr>
            <p:ph idx="1" type="body"/>
          </p:nvPr>
        </p:nvSpPr>
        <p:spPr>
          <a:xfrm>
            <a:off x="628650" y="1216479"/>
            <a:ext cx="8210550" cy="2745921"/>
          </a:xfrm>
          <a:prstGeom prst="rect">
            <a:avLst/>
          </a:prstGeom>
          <a:noFill/>
          <a:ln>
            <a:noFill/>
          </a:ln>
        </p:spPr>
        <p:txBody>
          <a:bodyPr anchorCtr="0" anchor="t" bIns="45700" lIns="91425" spcFirstLastPara="1" rIns="91425" wrap="square" tIns="45700">
            <a:normAutofit/>
          </a:bodyPr>
          <a:lstStyle/>
          <a:p>
            <a:pPr indent="0" lvl="0" marL="171450" rtl="0" algn="l">
              <a:lnSpc>
                <a:spcPct val="90000"/>
              </a:lnSpc>
              <a:spcBef>
                <a:spcPts val="1350"/>
              </a:spcBef>
              <a:spcAft>
                <a:spcPts val="0"/>
              </a:spcAft>
              <a:buClr>
                <a:schemeClr val="dk1"/>
              </a:buClr>
              <a:buSzPts val="2800"/>
              <a:buNone/>
            </a:pPr>
            <a:r>
              <a:rPr lang="en-US" sz="2800"/>
              <a:t>Use case diagrams represent users’ goals (functional goals)</a:t>
            </a:r>
            <a:endParaRPr/>
          </a:p>
          <a:p>
            <a:pPr indent="0" lvl="0" marL="171450" rtl="0" algn="l">
              <a:lnSpc>
                <a:spcPct val="90000"/>
              </a:lnSpc>
              <a:spcBef>
                <a:spcPts val="1350"/>
              </a:spcBef>
              <a:spcAft>
                <a:spcPts val="0"/>
              </a:spcAft>
              <a:buClr>
                <a:schemeClr val="dk1"/>
              </a:buClr>
              <a:buSzPts val="2800"/>
              <a:buNone/>
            </a:pPr>
            <a:r>
              <a:rPr lang="en-US" sz="2800"/>
              <a:t>Not technical prerequisite, conditions, or requirements.</a:t>
            </a:r>
            <a:endParaRPr sz="2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6"/>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UML editors</a:t>
            </a:r>
            <a:endParaRPr/>
          </a:p>
        </p:txBody>
      </p:sp>
      <p:sp>
        <p:nvSpPr>
          <p:cNvPr id="412" name="Google Shape;412;p16"/>
          <p:cNvSpPr txBox="1"/>
          <p:nvPr>
            <p:ph idx="1" type="body"/>
          </p:nvPr>
        </p:nvSpPr>
        <p:spPr>
          <a:xfrm>
            <a:off x="628650" y="1216479"/>
            <a:ext cx="7886700" cy="4960484"/>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Rational Rose (commercial): </a:t>
            </a:r>
            <a:r>
              <a:rPr lang="en-US" u="sng">
                <a:solidFill>
                  <a:schemeClr val="hlink"/>
                </a:solidFill>
                <a:hlinkClick r:id="rId3"/>
              </a:rPr>
              <a:t>http://www-03.ibm.com/software/products/en/ratirosefami</a:t>
            </a:r>
            <a:r>
              <a:rPr lang="en-US"/>
              <a:t> </a:t>
            </a:r>
            <a:endParaRPr/>
          </a:p>
          <a:p>
            <a:pPr indent="-38100" lvl="0" marL="171450" rtl="0" algn="l">
              <a:lnSpc>
                <a:spcPct val="90000"/>
              </a:lnSpc>
              <a:spcBef>
                <a:spcPts val="75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2100"/>
              <a:buChar char="•"/>
            </a:pPr>
            <a:r>
              <a:rPr lang="en-US"/>
              <a:t>ArgoUML: </a:t>
            </a:r>
            <a:r>
              <a:rPr lang="en-US" u="sng">
                <a:solidFill>
                  <a:schemeClr val="hlink"/>
                </a:solidFill>
                <a:hlinkClick r:id="rId4"/>
              </a:rPr>
              <a:t>http://argouml.tigris.org/</a:t>
            </a:r>
            <a:r>
              <a:rPr lang="en-US"/>
              <a:t> </a:t>
            </a:r>
            <a:endParaRPr/>
          </a:p>
          <a:p>
            <a:pPr indent="-38100" lvl="0" marL="171450" rtl="0" algn="l">
              <a:lnSpc>
                <a:spcPct val="90000"/>
              </a:lnSpc>
              <a:spcBef>
                <a:spcPts val="75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2100"/>
              <a:buChar char="•"/>
            </a:pPr>
            <a:r>
              <a:rPr lang="en-US"/>
              <a:t>Violet: </a:t>
            </a:r>
            <a:r>
              <a:rPr lang="en-US" u="sng">
                <a:solidFill>
                  <a:schemeClr val="hlink"/>
                </a:solidFill>
                <a:hlinkClick r:id="rId5"/>
              </a:rPr>
              <a:t>http://alexdp.free.fr/violetumleditor/page.php</a:t>
            </a:r>
            <a:r>
              <a:rPr lang="en-US"/>
              <a:t> </a:t>
            </a:r>
            <a:endParaRPr/>
          </a:p>
          <a:p>
            <a:pPr indent="-38100" lvl="0" marL="171450" rtl="0" algn="l">
              <a:lnSpc>
                <a:spcPct val="90000"/>
              </a:lnSpc>
              <a:spcBef>
                <a:spcPts val="75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2100"/>
              <a:buChar char="•"/>
            </a:pPr>
            <a:r>
              <a:rPr lang="en-US"/>
              <a:t>Visual Pardigm (commercial): </a:t>
            </a:r>
            <a:r>
              <a:rPr lang="en-US" u="sng">
                <a:solidFill>
                  <a:schemeClr val="hlink"/>
                </a:solidFill>
                <a:hlinkClick r:id="rId6"/>
              </a:rPr>
              <a:t>http://www.visual-paradigm.com/solution/freeumltool/</a:t>
            </a:r>
            <a:r>
              <a:rPr lang="en-US"/>
              <a:t> </a:t>
            </a:r>
            <a:endParaRPr/>
          </a:p>
          <a:p>
            <a:pPr indent="-38100" lvl="0" marL="171450" rtl="0" algn="l">
              <a:lnSpc>
                <a:spcPct val="90000"/>
              </a:lnSpc>
              <a:spcBef>
                <a:spcPts val="75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2100"/>
              <a:buChar char="•"/>
            </a:pPr>
            <a:r>
              <a:rPr lang="en-US"/>
              <a:t>StarUML: </a:t>
            </a:r>
            <a:r>
              <a:rPr lang="en-US" u="sng">
                <a:solidFill>
                  <a:schemeClr val="hlink"/>
                </a:solidFill>
                <a:hlinkClick r:id="rId7"/>
              </a:rPr>
              <a:t>http://staruml.io/</a:t>
            </a:r>
            <a:r>
              <a:rPr lang="en-US"/>
              <a:t> </a:t>
            </a:r>
            <a:endParaRPr/>
          </a:p>
          <a:p>
            <a:pPr indent="-38100" lvl="0" marL="171450" rtl="0" algn="l">
              <a:lnSpc>
                <a:spcPct val="90000"/>
              </a:lnSpc>
              <a:spcBef>
                <a:spcPts val="75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2100"/>
              <a:buChar char="•"/>
            </a:pPr>
            <a:r>
              <a:rPr lang="en-US"/>
              <a:t>UMLet: </a:t>
            </a:r>
            <a:r>
              <a:rPr lang="en-US" u="sng">
                <a:solidFill>
                  <a:schemeClr val="hlink"/>
                </a:solidFill>
                <a:hlinkClick r:id="rId8"/>
              </a:rPr>
              <a:t>http://www.umlet.com/</a:t>
            </a:r>
            <a:r>
              <a:rPr lang="en-US"/>
              <a:t> </a:t>
            </a:r>
            <a:endParaRPr/>
          </a:p>
          <a:p>
            <a:pPr indent="-38100" lvl="0" marL="171450" rtl="0" algn="l">
              <a:lnSpc>
                <a:spcPct val="90000"/>
              </a:lnSpc>
              <a:spcBef>
                <a:spcPts val="750"/>
              </a:spcBef>
              <a:spcAft>
                <a:spcPts val="0"/>
              </a:spcAft>
              <a:buClr>
                <a:schemeClr val="dk1"/>
              </a:buClr>
              <a:buSzPts val="21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3"/>
          <p:cNvSpPr txBox="1"/>
          <p:nvPr>
            <p:ph type="title"/>
          </p:nvPr>
        </p:nvSpPr>
        <p:spPr>
          <a:xfrm>
            <a:off x="628650" y="112033"/>
            <a:ext cx="7886700" cy="8595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33CC"/>
              </a:buClr>
              <a:buSzPts val="3300"/>
              <a:buFont typeface="Arial Rounded"/>
              <a:buNone/>
            </a:pPr>
            <a:r>
              <a:rPr lang="en-US"/>
              <a:t>Practice</a:t>
            </a:r>
            <a:endParaRPr/>
          </a:p>
        </p:txBody>
      </p:sp>
      <p:sp>
        <p:nvSpPr>
          <p:cNvPr id="418" name="Google Shape;418;p53"/>
          <p:cNvSpPr txBox="1"/>
          <p:nvPr>
            <p:ph idx="1" type="body"/>
          </p:nvPr>
        </p:nvSpPr>
        <p:spPr>
          <a:xfrm>
            <a:off x="628650" y="1216479"/>
            <a:ext cx="7886700" cy="4960484"/>
          </a:xfrm>
          <a:prstGeom prst="rect">
            <a:avLst/>
          </a:prstGeom>
          <a:noFill/>
          <a:ln>
            <a:noFill/>
          </a:ln>
        </p:spPr>
        <p:txBody>
          <a:bodyPr anchorCtr="0" anchor="t" bIns="45700" lIns="91425" spcFirstLastPara="1" rIns="91425" wrap="square" tIns="45700">
            <a:normAutofit/>
          </a:bodyPr>
          <a:lstStyle/>
          <a:p>
            <a:pPr indent="-457200" lvl="0" marL="590550" rtl="0" algn="l">
              <a:lnSpc>
                <a:spcPct val="90000"/>
              </a:lnSpc>
              <a:spcBef>
                <a:spcPts val="750"/>
              </a:spcBef>
              <a:spcAft>
                <a:spcPts val="0"/>
              </a:spcAft>
              <a:buSzPts val="2100"/>
              <a:buAutoNum type="arabicPeriod"/>
            </a:pPr>
            <a:r>
              <a:rPr b="1" lang="en-US"/>
              <a:t>Hotel room booking system</a:t>
            </a:r>
            <a:r>
              <a:rPr lang="en-US"/>
              <a:t>: Rachel browses hotels online. She logs in, searches for hotels by date and location, and books a room. Booking includes selecting the room type and payment. She can optionally request special amenities.</a:t>
            </a:r>
            <a:endParaRPr/>
          </a:p>
          <a:p>
            <a:pPr indent="-457200" lvl="0" marL="590550" rtl="0" algn="l">
              <a:lnSpc>
                <a:spcPct val="90000"/>
              </a:lnSpc>
              <a:spcBef>
                <a:spcPts val="750"/>
              </a:spcBef>
              <a:spcAft>
                <a:spcPts val="0"/>
              </a:spcAft>
              <a:buSzPts val="2100"/>
              <a:buAutoNum type="arabicPeriod"/>
            </a:pPr>
            <a:r>
              <a:rPr b="1" lang="en-US"/>
              <a:t>Banking system</a:t>
            </a:r>
            <a:r>
              <a:rPr lang="en-US"/>
              <a:t>: John logs into his online banking account. He can view balance, transfer money, or pay bills. Transferring money always includes authentication. Paying bills can optionally include scheduling recurring payments.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Lecture2-Lifecycl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2008-06-28T20:57:21Z</dcterms:created>
  <dc:creator>Amiangshu Bosu; Marty Stepp</dc:creator>
</cp:coreProperties>
</file>